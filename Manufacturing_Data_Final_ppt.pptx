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701" r:id="rId2"/>
    <p:sldMasterId id="2147483704" r:id="rId3"/>
  </p:sldMasterIdLst>
  <p:sldIdLst>
    <p:sldId id="279" r:id="rId4"/>
    <p:sldId id="270" r:id="rId5"/>
    <p:sldId id="278" r:id="rId6"/>
    <p:sldId id="271" r:id="rId7"/>
    <p:sldId id="267" r:id="rId8"/>
    <p:sldId id="273" r:id="rId9"/>
    <p:sldId id="274" r:id="rId10"/>
    <p:sldId id="275" r:id="rId11"/>
    <p:sldId id="269" r:id="rId12"/>
    <p:sldId id="276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54" autoAdjust="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56DDB9-D7D5-4938-8D85-BE26A198232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40F99D-B5E9-40BB-87FE-0DB7317A6A23}">
      <dgm:prSet phldrT="[Text]" phldr="0"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Raw Data</a:t>
          </a:r>
        </a:p>
      </dgm:t>
    </dgm:pt>
    <dgm:pt modelId="{434CD1FA-EAD2-43CD-AE30-753A67A4F0E5}" type="parTrans" cxnId="{8C229103-A1CB-416A-AC1A-A68AF088295E}">
      <dgm:prSet/>
      <dgm:spPr/>
      <dgm:t>
        <a:bodyPr/>
        <a:lstStyle/>
        <a:p>
          <a:endParaRPr lang="en-IN"/>
        </a:p>
      </dgm:t>
    </dgm:pt>
    <dgm:pt modelId="{B08DAED3-39D8-4B48-A223-201834560371}" type="sibTrans" cxnId="{8C229103-A1CB-416A-AC1A-A68AF088295E}">
      <dgm:prSet/>
      <dgm:spPr/>
      <dgm:t>
        <a:bodyPr/>
        <a:lstStyle/>
        <a:p>
          <a:endParaRPr lang="en-IN"/>
        </a:p>
      </dgm:t>
    </dgm:pt>
    <dgm:pt modelId="{A7F66E8B-C711-4145-B1B5-38AA3E9E3BC4}">
      <dgm:prSet phldrT="[Text]" phldr="0" custT="1"/>
      <dgm:spPr/>
      <dgm:t>
        <a:bodyPr/>
        <a:lstStyle/>
        <a:p>
          <a:r>
            <a:rPr lang="en-IN" sz="3200" dirty="0">
              <a:solidFill>
                <a:schemeClr val="bg2"/>
              </a:solidFill>
            </a:rPr>
            <a:t>Excel</a:t>
          </a:r>
          <a:endParaRPr lang="en-IN" sz="6100" dirty="0">
            <a:solidFill>
              <a:schemeClr val="bg2"/>
            </a:solidFill>
          </a:endParaRPr>
        </a:p>
      </dgm:t>
    </dgm:pt>
    <dgm:pt modelId="{F6990691-B81E-42A3-AAAC-DB9802DBEA67}" type="parTrans" cxnId="{7699F2C7-FB84-4BF5-A19C-208BEB0E49E4}">
      <dgm:prSet/>
      <dgm:spPr/>
      <dgm:t>
        <a:bodyPr/>
        <a:lstStyle/>
        <a:p>
          <a:endParaRPr lang="en-IN"/>
        </a:p>
      </dgm:t>
    </dgm:pt>
    <dgm:pt modelId="{99E0CE05-9915-4C67-9180-C3925942B19B}" type="sibTrans" cxnId="{7699F2C7-FB84-4BF5-A19C-208BEB0E49E4}">
      <dgm:prSet/>
      <dgm:spPr/>
      <dgm:t>
        <a:bodyPr/>
        <a:lstStyle/>
        <a:p>
          <a:endParaRPr lang="en-IN"/>
        </a:p>
      </dgm:t>
    </dgm:pt>
    <dgm:pt modelId="{9A0F3FAA-9EC2-4D93-B398-997FB60BF461}">
      <dgm:prSet phldrT="[Text]" custT="1"/>
      <dgm:spPr/>
      <dgm:t>
        <a:bodyPr/>
        <a:lstStyle/>
        <a:p>
          <a:pPr>
            <a:buNone/>
          </a:pPr>
          <a:endParaRPr lang="en-IN" sz="2000" dirty="0">
            <a:solidFill>
              <a:schemeClr val="bg2"/>
            </a:solidFill>
          </a:endParaRPr>
        </a:p>
        <a:p>
          <a:pPr>
            <a:buNone/>
          </a:pPr>
          <a:r>
            <a:rPr lang="en-IN" sz="2000" dirty="0">
              <a:solidFill>
                <a:schemeClr val="bg2"/>
              </a:solidFill>
            </a:rPr>
            <a:t>Power BI / Tableau	</a:t>
          </a:r>
        </a:p>
      </dgm:t>
    </dgm:pt>
    <dgm:pt modelId="{9B91BD5A-0C1C-41F3-9C45-E7503B0AC2D3}" type="parTrans" cxnId="{413F7F46-DBB2-4363-AB71-2A16C3B1CDBD}">
      <dgm:prSet/>
      <dgm:spPr/>
      <dgm:t>
        <a:bodyPr/>
        <a:lstStyle/>
        <a:p>
          <a:endParaRPr lang="en-IN"/>
        </a:p>
      </dgm:t>
    </dgm:pt>
    <dgm:pt modelId="{7C2B3BD0-2009-4DB6-9556-6C02C51AE59C}" type="sibTrans" cxnId="{413F7F46-DBB2-4363-AB71-2A16C3B1CDBD}">
      <dgm:prSet/>
      <dgm:spPr/>
      <dgm:t>
        <a:bodyPr/>
        <a:lstStyle/>
        <a:p>
          <a:endParaRPr lang="en-IN"/>
        </a:p>
      </dgm:t>
    </dgm:pt>
    <dgm:pt modelId="{CD2D9393-A547-472C-A091-3987F557AE58}">
      <dgm:prSet custT="1"/>
      <dgm:spPr/>
      <dgm:t>
        <a:bodyPr/>
        <a:lstStyle/>
        <a:p>
          <a:r>
            <a:rPr lang="en-IN" sz="2400" dirty="0">
              <a:solidFill>
                <a:schemeClr val="bg2"/>
              </a:solidFill>
            </a:rPr>
            <a:t>Insights</a:t>
          </a:r>
        </a:p>
      </dgm:t>
    </dgm:pt>
    <dgm:pt modelId="{9664E0E1-D5FB-488D-9A5D-FC562CBD4C7C}" type="parTrans" cxnId="{4257C51D-8948-4490-A841-5B184B43FDBB}">
      <dgm:prSet/>
      <dgm:spPr/>
      <dgm:t>
        <a:bodyPr/>
        <a:lstStyle/>
        <a:p>
          <a:endParaRPr lang="en-IN"/>
        </a:p>
      </dgm:t>
    </dgm:pt>
    <dgm:pt modelId="{F18063EC-6E2D-4DF0-8226-EB61FDC7829A}" type="sibTrans" cxnId="{4257C51D-8948-4490-A841-5B184B43FDBB}">
      <dgm:prSet/>
      <dgm:spPr/>
      <dgm:t>
        <a:bodyPr/>
        <a:lstStyle/>
        <a:p>
          <a:endParaRPr lang="en-IN"/>
        </a:p>
      </dgm:t>
    </dgm:pt>
    <dgm:pt modelId="{BD99FCA9-1BAE-4E30-98FE-CE986F00DB8C}" type="pres">
      <dgm:prSet presAssocID="{BD56DDB9-D7D5-4938-8D85-BE26A1982320}" presName="Name0" presStyleCnt="0">
        <dgm:presLayoutVars>
          <dgm:dir/>
          <dgm:animLvl val="lvl"/>
          <dgm:resizeHandles val="exact"/>
        </dgm:presLayoutVars>
      </dgm:prSet>
      <dgm:spPr/>
    </dgm:pt>
    <dgm:pt modelId="{60A32426-053E-4EEE-B07B-56349CCC2946}" type="pres">
      <dgm:prSet presAssocID="{A640F99D-B5E9-40BB-87FE-0DB7317A6A23}" presName="parTxOnly" presStyleLbl="node1" presStyleIdx="0" presStyleCnt="4" custScaleX="107176" custScaleY="90357" custLinFactNeighborX="-821" custLinFactNeighborY="418">
        <dgm:presLayoutVars>
          <dgm:chMax val="0"/>
          <dgm:chPref val="0"/>
          <dgm:bulletEnabled val="1"/>
        </dgm:presLayoutVars>
      </dgm:prSet>
      <dgm:spPr/>
    </dgm:pt>
    <dgm:pt modelId="{D0CB35D2-2D1A-4044-9C52-AAFC844238BB}" type="pres">
      <dgm:prSet presAssocID="{B08DAED3-39D8-4B48-A223-201834560371}" presName="parTxOnlySpace" presStyleCnt="0"/>
      <dgm:spPr/>
    </dgm:pt>
    <dgm:pt modelId="{17324A9C-5480-4197-A4CF-A07E4E73D60F}" type="pres">
      <dgm:prSet presAssocID="{A7F66E8B-C711-4145-B1B5-38AA3E9E3BC4}" presName="parTxOnly" presStyleLbl="node1" presStyleIdx="1" presStyleCnt="4" custScaleX="94974" custScaleY="99072">
        <dgm:presLayoutVars>
          <dgm:chMax val="0"/>
          <dgm:chPref val="0"/>
          <dgm:bulletEnabled val="1"/>
        </dgm:presLayoutVars>
      </dgm:prSet>
      <dgm:spPr/>
    </dgm:pt>
    <dgm:pt modelId="{7E4EAF1A-4DE0-45FB-A82E-4A0A6D63183E}" type="pres">
      <dgm:prSet presAssocID="{99E0CE05-9915-4C67-9180-C3925942B19B}" presName="parTxOnlySpace" presStyleCnt="0"/>
      <dgm:spPr/>
    </dgm:pt>
    <dgm:pt modelId="{849A1BF3-AF35-4BF9-A275-26ABE0F35376}" type="pres">
      <dgm:prSet presAssocID="{9A0F3FAA-9EC2-4D93-B398-997FB60BF461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0157C6-A655-4B02-8596-AF5E631F0310}" type="pres">
      <dgm:prSet presAssocID="{7C2B3BD0-2009-4DB6-9556-6C02C51AE59C}" presName="parTxOnlySpace" presStyleCnt="0"/>
      <dgm:spPr/>
    </dgm:pt>
    <dgm:pt modelId="{033337FD-1980-40DB-A2C1-928FAF5D3106}" type="pres">
      <dgm:prSet presAssocID="{CD2D9393-A547-472C-A091-3987F557AE58}" presName="parTxOnly" presStyleLbl="node1" presStyleIdx="3" presStyleCnt="4" custLinFactNeighborX="1069" custLinFactNeighborY="-139">
        <dgm:presLayoutVars>
          <dgm:chMax val="0"/>
          <dgm:chPref val="0"/>
          <dgm:bulletEnabled val="1"/>
        </dgm:presLayoutVars>
      </dgm:prSet>
      <dgm:spPr/>
    </dgm:pt>
  </dgm:ptLst>
  <dgm:cxnLst>
    <dgm:cxn modelId="{08337303-55B9-435B-AE0C-11921544C33F}" type="presOf" srcId="{A7F66E8B-C711-4145-B1B5-38AA3E9E3BC4}" destId="{17324A9C-5480-4197-A4CF-A07E4E73D60F}" srcOrd="0" destOrd="0" presId="urn:microsoft.com/office/officeart/2005/8/layout/chevron1"/>
    <dgm:cxn modelId="{8C229103-A1CB-416A-AC1A-A68AF088295E}" srcId="{BD56DDB9-D7D5-4938-8D85-BE26A1982320}" destId="{A640F99D-B5E9-40BB-87FE-0DB7317A6A23}" srcOrd="0" destOrd="0" parTransId="{434CD1FA-EAD2-43CD-AE30-753A67A4F0E5}" sibTransId="{B08DAED3-39D8-4B48-A223-201834560371}"/>
    <dgm:cxn modelId="{9D63021A-15F1-449B-9B0B-DC1F2B4535A5}" type="presOf" srcId="{CD2D9393-A547-472C-A091-3987F557AE58}" destId="{033337FD-1980-40DB-A2C1-928FAF5D3106}" srcOrd="0" destOrd="0" presId="urn:microsoft.com/office/officeart/2005/8/layout/chevron1"/>
    <dgm:cxn modelId="{4257C51D-8948-4490-A841-5B184B43FDBB}" srcId="{BD56DDB9-D7D5-4938-8D85-BE26A1982320}" destId="{CD2D9393-A547-472C-A091-3987F557AE58}" srcOrd="3" destOrd="0" parTransId="{9664E0E1-D5FB-488D-9A5D-FC562CBD4C7C}" sibTransId="{F18063EC-6E2D-4DF0-8226-EB61FDC7829A}"/>
    <dgm:cxn modelId="{5EA86C1E-910C-429B-BA91-6CDFBB9825B8}" type="presOf" srcId="{A640F99D-B5E9-40BB-87FE-0DB7317A6A23}" destId="{60A32426-053E-4EEE-B07B-56349CCC2946}" srcOrd="0" destOrd="0" presId="urn:microsoft.com/office/officeart/2005/8/layout/chevron1"/>
    <dgm:cxn modelId="{413F7F46-DBB2-4363-AB71-2A16C3B1CDBD}" srcId="{BD56DDB9-D7D5-4938-8D85-BE26A1982320}" destId="{9A0F3FAA-9EC2-4D93-B398-997FB60BF461}" srcOrd="2" destOrd="0" parTransId="{9B91BD5A-0C1C-41F3-9C45-E7503B0AC2D3}" sibTransId="{7C2B3BD0-2009-4DB6-9556-6C02C51AE59C}"/>
    <dgm:cxn modelId="{5D4C9BA5-94CB-4AE0-909F-96206410F1EC}" type="presOf" srcId="{BD56DDB9-D7D5-4938-8D85-BE26A1982320}" destId="{BD99FCA9-1BAE-4E30-98FE-CE986F00DB8C}" srcOrd="0" destOrd="0" presId="urn:microsoft.com/office/officeart/2005/8/layout/chevron1"/>
    <dgm:cxn modelId="{1468F1AF-E666-4BE1-BF1C-6C7C897ABB67}" type="presOf" srcId="{9A0F3FAA-9EC2-4D93-B398-997FB60BF461}" destId="{849A1BF3-AF35-4BF9-A275-26ABE0F35376}" srcOrd="0" destOrd="0" presId="urn:microsoft.com/office/officeart/2005/8/layout/chevron1"/>
    <dgm:cxn modelId="{7699F2C7-FB84-4BF5-A19C-208BEB0E49E4}" srcId="{BD56DDB9-D7D5-4938-8D85-BE26A1982320}" destId="{A7F66E8B-C711-4145-B1B5-38AA3E9E3BC4}" srcOrd="1" destOrd="0" parTransId="{F6990691-B81E-42A3-AAAC-DB9802DBEA67}" sibTransId="{99E0CE05-9915-4C67-9180-C3925942B19B}"/>
    <dgm:cxn modelId="{64D17952-7FC4-4539-B42D-CD8F5C77C507}" type="presParOf" srcId="{BD99FCA9-1BAE-4E30-98FE-CE986F00DB8C}" destId="{60A32426-053E-4EEE-B07B-56349CCC2946}" srcOrd="0" destOrd="0" presId="urn:microsoft.com/office/officeart/2005/8/layout/chevron1"/>
    <dgm:cxn modelId="{EAB432EF-CACA-4EE9-985C-C817230273F9}" type="presParOf" srcId="{BD99FCA9-1BAE-4E30-98FE-CE986F00DB8C}" destId="{D0CB35D2-2D1A-4044-9C52-AAFC844238BB}" srcOrd="1" destOrd="0" presId="urn:microsoft.com/office/officeart/2005/8/layout/chevron1"/>
    <dgm:cxn modelId="{A9F11EAD-E9A6-4060-BF7F-8A1C1ECFA430}" type="presParOf" srcId="{BD99FCA9-1BAE-4E30-98FE-CE986F00DB8C}" destId="{17324A9C-5480-4197-A4CF-A07E4E73D60F}" srcOrd="2" destOrd="0" presId="urn:microsoft.com/office/officeart/2005/8/layout/chevron1"/>
    <dgm:cxn modelId="{45A4058B-454E-49DD-8037-90A17DBEE2B9}" type="presParOf" srcId="{BD99FCA9-1BAE-4E30-98FE-CE986F00DB8C}" destId="{7E4EAF1A-4DE0-45FB-A82E-4A0A6D63183E}" srcOrd="3" destOrd="0" presId="urn:microsoft.com/office/officeart/2005/8/layout/chevron1"/>
    <dgm:cxn modelId="{9C8DE82B-2112-44F7-9211-FD30F0A9F07D}" type="presParOf" srcId="{BD99FCA9-1BAE-4E30-98FE-CE986F00DB8C}" destId="{849A1BF3-AF35-4BF9-A275-26ABE0F35376}" srcOrd="4" destOrd="0" presId="urn:microsoft.com/office/officeart/2005/8/layout/chevron1"/>
    <dgm:cxn modelId="{0E11B719-5398-42CE-9256-9D51BDBCDF92}" type="presParOf" srcId="{BD99FCA9-1BAE-4E30-98FE-CE986F00DB8C}" destId="{EB0157C6-A655-4B02-8596-AF5E631F0310}" srcOrd="5" destOrd="0" presId="urn:microsoft.com/office/officeart/2005/8/layout/chevron1"/>
    <dgm:cxn modelId="{A321D5C4-AF44-491D-86F5-59F249F03125}" type="presParOf" srcId="{BD99FCA9-1BAE-4E30-98FE-CE986F00DB8C}" destId="{033337FD-1980-40DB-A2C1-928FAF5D310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32426-053E-4EEE-B07B-56349CCC2946}">
      <dsp:nvSpPr>
        <dsp:cNvPr id="0" name=""/>
        <dsp:cNvSpPr/>
      </dsp:nvSpPr>
      <dsp:spPr>
        <a:xfrm>
          <a:off x="587" y="311748"/>
          <a:ext cx="2546059" cy="8586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Raw Data</a:t>
          </a:r>
        </a:p>
      </dsp:txBody>
      <dsp:txXfrm>
        <a:off x="429889" y="311748"/>
        <a:ext cx="1687456" cy="858603"/>
      </dsp:txXfrm>
    </dsp:sp>
    <dsp:sp modelId="{17324A9C-5480-4197-A4CF-A07E4E73D60F}">
      <dsp:nvSpPr>
        <dsp:cNvPr id="0" name=""/>
        <dsp:cNvSpPr/>
      </dsp:nvSpPr>
      <dsp:spPr>
        <a:xfrm>
          <a:off x="2311038" y="266370"/>
          <a:ext cx="2256190" cy="94141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>
              <a:solidFill>
                <a:schemeClr val="bg2"/>
              </a:solidFill>
            </a:rPr>
            <a:t>Excel</a:t>
          </a:r>
          <a:endParaRPr lang="en-IN" sz="6100" kern="1200" dirty="0">
            <a:solidFill>
              <a:schemeClr val="bg2"/>
            </a:solidFill>
          </a:endParaRPr>
        </a:p>
      </dsp:txBody>
      <dsp:txXfrm>
        <a:off x="2781746" y="266370"/>
        <a:ext cx="1314774" cy="941416"/>
      </dsp:txXfrm>
    </dsp:sp>
    <dsp:sp modelId="{849A1BF3-AF35-4BF9-A275-26ABE0F35376}">
      <dsp:nvSpPr>
        <dsp:cNvPr id="0" name=""/>
        <dsp:cNvSpPr/>
      </dsp:nvSpPr>
      <dsp:spPr>
        <a:xfrm>
          <a:off x="4329670" y="26196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>
            <a:solidFill>
              <a:schemeClr val="bg2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schemeClr val="bg2"/>
              </a:solidFill>
            </a:rPr>
            <a:t>Power BI / Tableau	</a:t>
          </a:r>
        </a:p>
      </dsp:txBody>
      <dsp:txXfrm>
        <a:off x="4804788" y="261960"/>
        <a:ext cx="1425352" cy="950235"/>
      </dsp:txXfrm>
    </dsp:sp>
    <dsp:sp modelId="{033337FD-1980-40DB-A2C1-928FAF5D3106}">
      <dsp:nvSpPr>
        <dsp:cNvPr id="0" name=""/>
        <dsp:cNvSpPr/>
      </dsp:nvSpPr>
      <dsp:spPr>
        <a:xfrm>
          <a:off x="6470237" y="260640"/>
          <a:ext cx="2375587" cy="95023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bg2"/>
              </a:solidFill>
            </a:rPr>
            <a:t>Insights</a:t>
          </a:r>
        </a:p>
      </dsp:txBody>
      <dsp:txXfrm>
        <a:off x="6945355" y="260640"/>
        <a:ext cx="1425352" cy="950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fr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fr.freepik.com/" TargetMode="External"/><Relationship Id="rId4" Type="http://schemas.openxmlformats.org/officeDocument/2006/relationships/hyperlink" Target="https://www.flaticon.com/fr/" TargetMode="Externa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facebook.com/SlidesManiaSM/" TargetMode="External"/><Relationship Id="rId7" Type="http://schemas.openxmlformats.org/officeDocument/2006/relationships/hyperlink" Target="https://www.pinterest.com/slidesmania/" TargetMode="External"/><Relationship Id="rId2" Type="http://schemas.openxmlformats.org/officeDocument/2006/relationships/hyperlink" Target="https://slidesmania.com/questions-powerpoint-google-slides/can-i-use-these-templates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hyperlink" Target="https://twitter.com/SlidesManiaSM/" TargetMode="Externa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4718096" y="629406"/>
            <a:ext cx="101875" cy="179833"/>
            <a:chOff x="3928495" y="333391"/>
            <a:chExt cx="101875" cy="1348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02344" y="-288304"/>
            <a:ext cx="8657567" cy="7383503"/>
            <a:chOff x="202343" y="-216228"/>
            <a:chExt cx="8657567" cy="5537627"/>
          </a:xfrm>
        </p:grpSpPr>
        <p:grpSp>
          <p:nvGrpSpPr>
            <p:cNvPr id="21" name="Google Shape;21;p2"/>
            <p:cNvGrpSpPr/>
            <p:nvPr/>
          </p:nvGrpSpPr>
          <p:grpSpPr>
            <a:xfrm>
              <a:off x="495055" y="4312458"/>
              <a:ext cx="2156910" cy="506908"/>
              <a:chOff x="4891825" y="3495059"/>
              <a:chExt cx="1351193" cy="317552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8328721" y="-57203"/>
              <a:ext cx="204128" cy="1115878"/>
              <a:chOff x="6605329" y="191675"/>
              <a:chExt cx="127876" cy="69904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>
              <a:off x="4148615" y="-158755"/>
              <a:ext cx="1493520" cy="615774"/>
              <a:chOff x="5301012" y="396272"/>
              <a:chExt cx="935614" cy="385751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983733" y="132957"/>
              <a:ext cx="1064856" cy="813093"/>
              <a:chOff x="3843246" y="357910"/>
              <a:chExt cx="667078" cy="509361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202343" y="-216228"/>
              <a:ext cx="1337026" cy="826702"/>
              <a:chOff x="3421261" y="191675"/>
              <a:chExt cx="837578" cy="517886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2"/>
            <p:cNvGrpSpPr/>
            <p:nvPr/>
          </p:nvGrpSpPr>
          <p:grpSpPr>
            <a:xfrm>
              <a:off x="8240578" y="3983385"/>
              <a:ext cx="619332" cy="1338013"/>
              <a:chOff x="6850421" y="775628"/>
              <a:chExt cx="398541" cy="861012"/>
            </a:xfrm>
          </p:grpSpPr>
          <p:sp>
            <p:nvSpPr>
              <p:cNvPr id="43" name="Google Shape;43;p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46;p2"/>
            <p:cNvGrpSpPr/>
            <p:nvPr/>
          </p:nvGrpSpPr>
          <p:grpSpPr>
            <a:xfrm>
              <a:off x="4718095" y="4438582"/>
              <a:ext cx="1064856" cy="813093"/>
              <a:chOff x="3843246" y="357910"/>
              <a:chExt cx="667078" cy="509361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538051" y="5389917"/>
            <a:ext cx="445675" cy="158764"/>
            <a:chOff x="3578973" y="2550931"/>
            <a:chExt cx="279193" cy="74593"/>
          </a:xfrm>
        </p:grpSpPr>
        <p:sp>
          <p:nvSpPr>
            <p:cNvPr id="51" name="Google Shape;51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2"/>
          <p:cNvGrpSpPr/>
          <p:nvPr/>
        </p:nvGrpSpPr>
        <p:grpSpPr>
          <a:xfrm>
            <a:off x="7203138" y="6425827"/>
            <a:ext cx="656605" cy="158764"/>
            <a:chOff x="6468929" y="3844579"/>
            <a:chExt cx="411329" cy="74593"/>
          </a:xfrm>
        </p:grpSpPr>
        <p:sp>
          <p:nvSpPr>
            <p:cNvPr id="62" name="Google Shape;62;p2"/>
            <p:cNvSpPr/>
            <p:nvPr/>
          </p:nvSpPr>
          <p:spPr>
            <a:xfrm>
              <a:off x="6814190" y="3848841"/>
              <a:ext cx="66069" cy="6606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2"/>
                    <a:pt x="7" y="29"/>
                    <a:pt x="14" y="29"/>
                  </a:cubicBez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9"/>
                    <a:pt x="9" y="4"/>
                    <a:pt x="14" y="4"/>
                  </a:cubicBezTo>
                  <a:cubicBezTo>
                    <a:pt x="20" y="4"/>
                    <a:pt x="25" y="9"/>
                    <a:pt x="25" y="14"/>
                  </a:cubicBezTo>
                  <a:cubicBezTo>
                    <a:pt x="25" y="20"/>
                    <a:pt x="20" y="25"/>
                    <a:pt x="14" y="25"/>
                  </a:cubicBezTo>
                  <a:cubicBezTo>
                    <a:pt x="9" y="25"/>
                    <a:pt x="4" y="20"/>
                    <a:pt x="4" y="14"/>
                  </a:cubicBez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75324" y="3876548"/>
              <a:ext cx="343130" cy="8525"/>
            </a:xfrm>
            <a:custGeom>
              <a:avLst/>
              <a:gdLst/>
              <a:ahLst/>
              <a:cxnLst/>
              <a:rect l="l" t="t" r="r" b="b"/>
              <a:pathLst>
                <a:path w="161" h="4" extrusionOk="0">
                  <a:moveTo>
                    <a:pt x="161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61" y="4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468929" y="3844579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871550" y="-1355167"/>
            <a:ext cx="10667200" cy="9730600"/>
            <a:chOff x="-871550" y="-1016375"/>
            <a:chExt cx="10667200" cy="7297950"/>
          </a:xfrm>
        </p:grpSpPr>
        <p:sp>
          <p:nvSpPr>
            <p:cNvPr id="66" name="Google Shape;66;p2"/>
            <p:cNvSpPr/>
            <p:nvPr/>
          </p:nvSpPr>
          <p:spPr>
            <a:xfrm>
              <a:off x="-387625" y="18643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871550" y="21107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 rot="5400000">
              <a:off x="2350025" y="5519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78945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83784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72" name="Google Shape;72;p2"/>
          <p:cNvSpPr txBox="1">
            <a:spLocks noGrp="1"/>
          </p:cNvSpPr>
          <p:nvPr>
            <p:ph type="ctrTitle"/>
          </p:nvPr>
        </p:nvSpPr>
        <p:spPr>
          <a:xfrm>
            <a:off x="1940848" y="1975033"/>
            <a:ext cx="5262300" cy="21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subTitle" idx="1"/>
          </p:nvPr>
        </p:nvSpPr>
        <p:spPr>
          <a:xfrm>
            <a:off x="1940825" y="4157200"/>
            <a:ext cx="52623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012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3"/>
          <p:cNvGrpSpPr/>
          <p:nvPr/>
        </p:nvGrpSpPr>
        <p:grpSpPr>
          <a:xfrm>
            <a:off x="-871550" y="-1355167"/>
            <a:ext cx="11081975" cy="8937867"/>
            <a:chOff x="-871550" y="-1016375"/>
            <a:chExt cx="11081975" cy="6703400"/>
          </a:xfrm>
        </p:grpSpPr>
        <p:sp>
          <p:nvSpPr>
            <p:cNvPr id="77" name="Google Shape;77;p3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44822" y="-768504"/>
            <a:ext cx="8262669" cy="8424552"/>
            <a:chOff x="744821" y="-576378"/>
            <a:chExt cx="8262669" cy="6318414"/>
          </a:xfrm>
        </p:grpSpPr>
        <p:grpSp>
          <p:nvGrpSpPr>
            <p:cNvPr id="84" name="Google Shape;84;p3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" name="Google Shape;94;p3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95" name="Google Shape;95;p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" name="Google Shape;98;p3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99" name="Google Shape;99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3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03" name="Google Shape;103;p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3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3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10" name="Google Shape;110;p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3" name="Google Shape;113;p3"/>
          <p:cNvGrpSpPr/>
          <p:nvPr/>
        </p:nvGrpSpPr>
        <p:grpSpPr>
          <a:xfrm>
            <a:off x="2046988" y="6399667"/>
            <a:ext cx="130200" cy="168167"/>
            <a:chOff x="3935725" y="167575"/>
            <a:chExt cx="130200" cy="126125"/>
          </a:xfrm>
        </p:grpSpPr>
        <p:sp>
          <p:nvSpPr>
            <p:cNvPr id="114" name="Google Shape;114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8845346" y="5647622"/>
            <a:ext cx="101875" cy="179833"/>
            <a:chOff x="3928495" y="333391"/>
            <a:chExt cx="101875" cy="134875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3928495" y="379241"/>
              <a:ext cx="44700" cy="42600"/>
              <a:chOff x="3928495" y="379241"/>
              <a:chExt cx="44700" cy="42600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3985670" y="425666"/>
              <a:ext cx="44700" cy="42600"/>
              <a:chOff x="3928495" y="379241"/>
              <a:chExt cx="44700" cy="426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>
              <a:off x="3985670" y="333391"/>
              <a:ext cx="44700" cy="42600"/>
              <a:chOff x="3928495" y="379241"/>
              <a:chExt cx="44700" cy="426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3928495" y="396272"/>
                <a:ext cx="44700" cy="8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946802" y="379241"/>
                <a:ext cx="8100" cy="42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7" name="Google Shape;127;p3"/>
          <p:cNvGrpSpPr/>
          <p:nvPr/>
        </p:nvGrpSpPr>
        <p:grpSpPr>
          <a:xfrm>
            <a:off x="133076" y="1924050"/>
            <a:ext cx="445675" cy="158764"/>
            <a:chOff x="3578973" y="2550931"/>
            <a:chExt cx="279193" cy="74593"/>
          </a:xfrm>
        </p:grpSpPr>
        <p:sp>
          <p:nvSpPr>
            <p:cNvPr id="128" name="Google Shape;128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50575" y="390785"/>
            <a:ext cx="130200" cy="168167"/>
            <a:chOff x="3935725" y="167575"/>
            <a:chExt cx="130200" cy="126125"/>
          </a:xfrm>
        </p:grpSpPr>
        <p:sp>
          <p:nvSpPr>
            <p:cNvPr id="139" name="Google Shape;139;p3"/>
            <p:cNvSpPr/>
            <p:nvPr/>
          </p:nvSpPr>
          <p:spPr>
            <a:xfrm>
              <a:off x="3935725" y="1675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4000825" y="201775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3935725" y="237300"/>
              <a:ext cx="65100" cy="564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sp>
        <p:nvSpPr>
          <p:cNvPr id="142" name="Google Shape;142;p3"/>
          <p:cNvSpPr txBox="1">
            <a:spLocks noGrp="1"/>
          </p:cNvSpPr>
          <p:nvPr>
            <p:ph type="title"/>
          </p:nvPr>
        </p:nvSpPr>
        <p:spPr>
          <a:xfrm>
            <a:off x="1653000" y="3254600"/>
            <a:ext cx="58380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3"/>
          <p:cNvSpPr txBox="1">
            <a:spLocks noGrp="1"/>
          </p:cNvSpPr>
          <p:nvPr>
            <p:ph type="title" idx="2" hasCustomPrompt="1"/>
          </p:nvPr>
        </p:nvSpPr>
        <p:spPr>
          <a:xfrm>
            <a:off x="3720750" y="1575000"/>
            <a:ext cx="1702500" cy="1384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4" name="Google Shape;144;p3"/>
          <p:cNvSpPr txBox="1">
            <a:spLocks noGrp="1"/>
          </p:cNvSpPr>
          <p:nvPr>
            <p:ph type="subTitle" idx="1"/>
          </p:nvPr>
        </p:nvSpPr>
        <p:spPr>
          <a:xfrm>
            <a:off x="1653000" y="4303053"/>
            <a:ext cx="5838000" cy="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410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4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8" name="Google Shape;148;p4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4" name="Google Shape;154;p4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55" name="Google Shape;155;p4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56" name="Google Shape;156;p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4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60" name="Google Shape;160;p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4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4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73" name="Google Shape;173;p4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7" name="Google Shape;177;p4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89" name="Google Shape;189;p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90" name="Google Shape;190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" name="Google Shape;192;p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" name="Google Shape;195;p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96" name="Google Shape;196;p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" name="Google Shape;198;p4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02" name="Google Shape;202;p4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203" name="Google Shape;203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" name="Google Shape;214;p4"/>
          <p:cNvSpPr txBox="1">
            <a:spLocks noGrp="1"/>
          </p:cNvSpPr>
          <p:nvPr>
            <p:ph type="body" idx="1"/>
          </p:nvPr>
        </p:nvSpPr>
        <p:spPr>
          <a:xfrm>
            <a:off x="720000" y="1621001"/>
            <a:ext cx="7704000" cy="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554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5"/>
          <p:cNvSpPr txBox="1">
            <a:spLocks noGrp="1"/>
          </p:cNvSpPr>
          <p:nvPr>
            <p:ph type="subTitle" idx="1"/>
          </p:nvPr>
        </p:nvSpPr>
        <p:spPr>
          <a:xfrm>
            <a:off x="4949161" y="3305801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5"/>
          <p:cNvSpPr txBox="1">
            <a:spLocks noGrp="1"/>
          </p:cNvSpPr>
          <p:nvPr>
            <p:ph type="subTitle" idx="2"/>
          </p:nvPr>
        </p:nvSpPr>
        <p:spPr>
          <a:xfrm>
            <a:off x="1516738" y="3305800"/>
            <a:ext cx="2678100" cy="14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5"/>
          <p:cNvSpPr txBox="1">
            <a:spLocks noGrp="1"/>
          </p:cNvSpPr>
          <p:nvPr>
            <p:ph type="subTitle" idx="3"/>
          </p:nvPr>
        </p:nvSpPr>
        <p:spPr>
          <a:xfrm>
            <a:off x="4949152" y="2881001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5"/>
          <p:cNvSpPr txBox="1">
            <a:spLocks noGrp="1"/>
          </p:cNvSpPr>
          <p:nvPr>
            <p:ph type="subTitle" idx="4"/>
          </p:nvPr>
        </p:nvSpPr>
        <p:spPr>
          <a:xfrm>
            <a:off x="1516737" y="2881000"/>
            <a:ext cx="26781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22" name="Google Shape;222;p5"/>
          <p:cNvGrpSpPr/>
          <p:nvPr/>
        </p:nvGrpSpPr>
        <p:grpSpPr>
          <a:xfrm>
            <a:off x="-1056525" y="-1355167"/>
            <a:ext cx="11531200" cy="8937867"/>
            <a:chOff x="-1056525" y="-1016375"/>
            <a:chExt cx="11531200" cy="6703400"/>
          </a:xfrm>
        </p:grpSpPr>
        <p:sp>
          <p:nvSpPr>
            <p:cNvPr id="223" name="Google Shape;223;p5"/>
            <p:cNvSpPr/>
            <p:nvPr/>
          </p:nvSpPr>
          <p:spPr>
            <a:xfrm>
              <a:off x="-70397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-10565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 rot="5400000">
              <a:off x="-1184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 rot="5400000">
              <a:off x="55314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 rot="10800000">
              <a:off x="8573550" y="367006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 rot="10800000">
              <a:off x="9057475" y="3423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-527805" y="-894471"/>
            <a:ext cx="10232769" cy="8993019"/>
            <a:chOff x="-527805" y="-670853"/>
            <a:chExt cx="10232769" cy="6744764"/>
          </a:xfrm>
        </p:grpSpPr>
        <p:grpSp>
          <p:nvGrpSpPr>
            <p:cNvPr id="230" name="Google Shape;230;p5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231" name="Google Shape;231;p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5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5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4" name="Google Shape;244;p5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245" name="Google Shape;245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5"/>
            <p:cNvGrpSpPr/>
            <p:nvPr/>
          </p:nvGrpSpPr>
          <p:grpSpPr>
            <a:xfrm>
              <a:off x="7528218" y="-369678"/>
              <a:ext cx="1337026" cy="826702"/>
              <a:chOff x="3421261" y="191675"/>
              <a:chExt cx="837578" cy="517886"/>
            </a:xfrm>
          </p:grpSpPr>
          <p:sp>
            <p:nvSpPr>
              <p:cNvPr id="249" name="Google Shape;249;p5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5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5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5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256" name="Google Shape;256;p5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" name="Google Shape;259;p5"/>
          <p:cNvGrpSpPr/>
          <p:nvPr/>
        </p:nvGrpSpPr>
        <p:grpSpPr>
          <a:xfrm>
            <a:off x="160162" y="390784"/>
            <a:ext cx="8848706" cy="6091917"/>
            <a:chOff x="160162" y="293088"/>
            <a:chExt cx="8848706" cy="4568938"/>
          </a:xfrm>
        </p:grpSpPr>
        <p:grpSp>
          <p:nvGrpSpPr>
            <p:cNvPr id="260" name="Google Shape;260;p5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261" name="Google Shape;26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4" name="Google Shape;264;p5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269" name="Google Shape;269;p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270" name="Google Shape;270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2" name="Google Shape;272;p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273" name="Google Shape;273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5" name="Google Shape;275;p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276" name="Google Shape;276;p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" name="Google Shape;277;p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" name="Google Shape;278;p5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279" name="Google Shape;279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" name="Google Shape;289;p5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290" name="Google Shape;290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5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301" name="Google Shape;301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2" name="Google Shape;302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04" name="Google Shape;304;p5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305" name="Google Shape;305;p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6" name="Google Shape;306;p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07" name="Google Shape;307;p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012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11" name="Google Shape;311;p6"/>
          <p:cNvGrpSpPr/>
          <p:nvPr/>
        </p:nvGrpSpPr>
        <p:grpSpPr>
          <a:xfrm>
            <a:off x="-1163337" y="-824434"/>
            <a:ext cx="11346400" cy="9149900"/>
            <a:chOff x="-1163337" y="-618326"/>
            <a:chExt cx="11346400" cy="6862425"/>
          </a:xfrm>
        </p:grpSpPr>
        <p:sp>
          <p:nvSpPr>
            <p:cNvPr id="312" name="Google Shape;312;p6"/>
            <p:cNvSpPr/>
            <p:nvPr/>
          </p:nvSpPr>
          <p:spPr>
            <a:xfrm rot="10800000">
              <a:off x="8765863" y="394477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 rot="-5400000">
              <a:off x="8004163" y="37174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 rot="-5400000">
              <a:off x="412538" y="5482399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-898087" y="798864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-1163337" y="1045299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17" name="Google Shape;317;p6"/>
          <p:cNvGrpSpPr/>
          <p:nvPr/>
        </p:nvGrpSpPr>
        <p:grpSpPr>
          <a:xfrm>
            <a:off x="380021" y="204817"/>
            <a:ext cx="8609555" cy="6365464"/>
            <a:chOff x="380020" y="153613"/>
            <a:chExt cx="8609555" cy="4774098"/>
          </a:xfrm>
        </p:grpSpPr>
        <p:grpSp>
          <p:nvGrpSpPr>
            <p:cNvPr id="318" name="Google Shape;318;p6"/>
            <p:cNvGrpSpPr/>
            <p:nvPr/>
          </p:nvGrpSpPr>
          <p:grpSpPr>
            <a:xfrm rot="10800000" flipH="1">
              <a:off x="8859375" y="1541524"/>
              <a:ext cx="130200" cy="126125"/>
              <a:chOff x="3935725" y="167575"/>
              <a:chExt cx="130200" cy="126125"/>
            </a:xfrm>
          </p:grpSpPr>
          <p:sp>
            <p:nvSpPr>
              <p:cNvPr id="319" name="Google Shape;319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22" name="Google Shape;322;p6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323" name="Google Shape;323;p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324" name="Google Shape;324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" name="Google Shape;326;p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327" name="Google Shape;327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" name="Google Shape;329;p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330" name="Google Shape;330;p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32" name="Google Shape;332;p6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333" name="Google Shape;333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3" name="Google Shape;343;p6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344" name="Google Shape;344;p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5" name="Google Shape;345;p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347" name="Google Shape;347;p6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348" name="Google Shape;348;p6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6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6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1" name="Google Shape;351;p6"/>
          <p:cNvGrpSpPr/>
          <p:nvPr/>
        </p:nvGrpSpPr>
        <p:grpSpPr>
          <a:xfrm>
            <a:off x="-1564470" y="-1296233"/>
            <a:ext cx="10887664" cy="9225185"/>
            <a:chOff x="-1564470" y="-972175"/>
            <a:chExt cx="10887664" cy="6918889"/>
          </a:xfrm>
        </p:grpSpPr>
        <p:grpSp>
          <p:nvGrpSpPr>
            <p:cNvPr id="352" name="Google Shape;352;p6"/>
            <p:cNvGrpSpPr/>
            <p:nvPr/>
          </p:nvGrpSpPr>
          <p:grpSpPr>
            <a:xfrm rot="10800000" flipH="1">
              <a:off x="6888396" y="4830837"/>
              <a:ext cx="204128" cy="1115878"/>
              <a:chOff x="6605329" y="191675"/>
              <a:chExt cx="127876" cy="699040"/>
            </a:xfrm>
          </p:grpSpPr>
          <p:sp>
            <p:nvSpPr>
              <p:cNvPr id="353" name="Google Shape;353;p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6"/>
            <p:cNvGrpSpPr/>
            <p:nvPr/>
          </p:nvGrpSpPr>
          <p:grpSpPr>
            <a:xfrm>
              <a:off x="6735165" y="-510145"/>
              <a:ext cx="1493520" cy="615774"/>
              <a:chOff x="5301012" y="396272"/>
              <a:chExt cx="935614" cy="385751"/>
            </a:xfrm>
          </p:grpSpPr>
          <p:sp>
            <p:nvSpPr>
              <p:cNvPr id="356" name="Google Shape;356;p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6"/>
            <p:cNvGrpSpPr/>
            <p:nvPr/>
          </p:nvGrpSpPr>
          <p:grpSpPr>
            <a:xfrm rot="10800000" flipH="1">
              <a:off x="7037958" y="-447252"/>
              <a:ext cx="1064856" cy="813093"/>
              <a:chOff x="3843246" y="357910"/>
              <a:chExt cx="667078" cy="509361"/>
            </a:xfrm>
          </p:grpSpPr>
          <p:sp>
            <p:nvSpPr>
              <p:cNvPr id="360" name="Google Shape;360;p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6"/>
            <p:cNvGrpSpPr/>
            <p:nvPr/>
          </p:nvGrpSpPr>
          <p:grpSpPr>
            <a:xfrm rot="10800000" flipH="1">
              <a:off x="7986168" y="4717838"/>
              <a:ext cx="1337026" cy="826702"/>
              <a:chOff x="3421261" y="191675"/>
              <a:chExt cx="837578" cy="517886"/>
            </a:xfrm>
          </p:grpSpPr>
          <p:sp>
            <p:nvSpPr>
              <p:cNvPr id="364" name="Google Shape;364;p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 rot="10800000" flipH="1">
              <a:off x="-1564470" y="3497996"/>
              <a:ext cx="2156910" cy="506908"/>
              <a:chOff x="4891825" y="3495059"/>
              <a:chExt cx="1351193" cy="317552"/>
            </a:xfrm>
          </p:grpSpPr>
          <p:sp>
            <p:nvSpPr>
              <p:cNvPr id="367" name="Google Shape;367;p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6"/>
            <p:cNvGrpSpPr/>
            <p:nvPr/>
          </p:nvGrpSpPr>
          <p:grpSpPr>
            <a:xfrm rot="10800000">
              <a:off x="912053" y="-972175"/>
              <a:ext cx="619332" cy="1338013"/>
              <a:chOff x="6850421" y="775628"/>
              <a:chExt cx="398541" cy="861012"/>
            </a:xfrm>
          </p:grpSpPr>
          <p:sp>
            <p:nvSpPr>
              <p:cNvPr id="374" name="Google Shape;374;p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1852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7"/>
          <p:cNvSpPr txBox="1">
            <a:spLocks noGrp="1"/>
          </p:cNvSpPr>
          <p:nvPr>
            <p:ph type="subTitle" idx="1"/>
          </p:nvPr>
        </p:nvSpPr>
        <p:spPr>
          <a:xfrm>
            <a:off x="720000" y="2112500"/>
            <a:ext cx="3669600" cy="33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81" name="Google Shape;381;p7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382" name="Google Shape;382;p7"/>
            <p:cNvSpPr/>
            <p:nvPr/>
          </p:nvSpPr>
          <p:spPr>
            <a:xfrm flipH="1">
              <a:off x="840220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3" name="Google Shape;383;p7"/>
            <p:cNvSpPr/>
            <p:nvPr/>
          </p:nvSpPr>
          <p:spPr>
            <a:xfrm flipH="1">
              <a:off x="888612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 flipH="1">
              <a:off x="-99597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5" name="Google Shape;385;p7"/>
            <p:cNvSpPr/>
            <p:nvPr/>
          </p:nvSpPr>
          <p:spPr>
            <a:xfrm flipH="1">
              <a:off x="-71940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6" name="Google Shape;386;p7"/>
            <p:cNvSpPr/>
            <p:nvPr/>
          </p:nvSpPr>
          <p:spPr>
            <a:xfrm rot="-5400000" flipH="1">
              <a:off x="8045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387" name="Google Shape;387;p7"/>
            <p:cNvSpPr/>
            <p:nvPr/>
          </p:nvSpPr>
          <p:spPr>
            <a:xfrm rot="-5400000" flipH="1">
              <a:off x="66303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388" name="Google Shape;388;p7"/>
          <p:cNvGrpSpPr/>
          <p:nvPr/>
        </p:nvGrpSpPr>
        <p:grpSpPr>
          <a:xfrm>
            <a:off x="-291756" y="-42889"/>
            <a:ext cx="10389925" cy="6594136"/>
            <a:chOff x="-291756" y="-32167"/>
            <a:chExt cx="10389925" cy="4945602"/>
          </a:xfrm>
        </p:grpSpPr>
        <p:grpSp>
          <p:nvGrpSpPr>
            <p:cNvPr id="389" name="Google Shape;389;p7"/>
            <p:cNvGrpSpPr/>
            <p:nvPr/>
          </p:nvGrpSpPr>
          <p:grpSpPr>
            <a:xfrm rot="-5400000" flipH="1">
              <a:off x="-320951" y="3974459"/>
              <a:ext cx="1064856" cy="813093"/>
              <a:chOff x="3843246" y="357910"/>
              <a:chExt cx="667078" cy="509361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7"/>
            <p:cNvGrpSpPr/>
            <p:nvPr/>
          </p:nvGrpSpPr>
          <p:grpSpPr>
            <a:xfrm rot="-5400000" flipH="1">
              <a:off x="-546918" y="3526701"/>
              <a:ext cx="1337026" cy="826702"/>
              <a:chOff x="3421261" y="191675"/>
              <a:chExt cx="837578" cy="517886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" name="Google Shape;396;p7"/>
            <p:cNvGrpSpPr/>
            <p:nvPr/>
          </p:nvGrpSpPr>
          <p:grpSpPr>
            <a:xfrm flipH="1">
              <a:off x="7941260" y="-32167"/>
              <a:ext cx="2156910" cy="506908"/>
              <a:chOff x="4891825" y="3495059"/>
              <a:chExt cx="1351193" cy="317552"/>
            </a:xfrm>
          </p:grpSpPr>
          <p:sp>
            <p:nvSpPr>
              <p:cNvPr id="397" name="Google Shape;397;p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3" name="Google Shape;403;p7"/>
            <p:cNvGrpSpPr/>
            <p:nvPr/>
          </p:nvGrpSpPr>
          <p:grpSpPr>
            <a:xfrm rot="5400000" flipH="1">
              <a:off x="9308552" y="3557422"/>
              <a:ext cx="204128" cy="1115878"/>
              <a:chOff x="6605329" y="191675"/>
              <a:chExt cx="127876" cy="699040"/>
            </a:xfrm>
          </p:grpSpPr>
          <p:sp>
            <p:nvSpPr>
              <p:cNvPr id="404" name="Google Shape;404;p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6" name="Google Shape;406;p7"/>
          <p:cNvGrpSpPr/>
          <p:nvPr/>
        </p:nvGrpSpPr>
        <p:grpSpPr>
          <a:xfrm>
            <a:off x="567614" y="253349"/>
            <a:ext cx="8370163" cy="6301464"/>
            <a:chOff x="567613" y="190012"/>
            <a:chExt cx="8370163" cy="4726098"/>
          </a:xfrm>
        </p:grpSpPr>
        <p:grpSp>
          <p:nvGrpSpPr>
            <p:cNvPr id="407" name="Google Shape;407;p7"/>
            <p:cNvGrpSpPr/>
            <p:nvPr/>
          </p:nvGrpSpPr>
          <p:grpSpPr>
            <a:xfrm flipH="1">
              <a:off x="8807575" y="1325038"/>
              <a:ext cx="130200" cy="126125"/>
              <a:chOff x="3935725" y="167575"/>
              <a:chExt cx="130200" cy="126125"/>
            </a:xfrm>
          </p:grpSpPr>
          <p:sp>
            <p:nvSpPr>
              <p:cNvPr id="408" name="Google Shape;408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10" name="Google Shape;410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11" name="Google Shape;411;p7"/>
            <p:cNvGrpSpPr/>
            <p:nvPr/>
          </p:nvGrpSpPr>
          <p:grpSpPr>
            <a:xfrm flipH="1">
              <a:off x="652044" y="190012"/>
              <a:ext cx="449076" cy="119073"/>
              <a:chOff x="7108302" y="2550931"/>
              <a:chExt cx="281323" cy="74593"/>
            </a:xfrm>
          </p:grpSpPr>
          <p:sp>
            <p:nvSpPr>
              <p:cNvPr id="412" name="Google Shape;41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2" name="Google Shape;422;p7"/>
            <p:cNvGrpSpPr/>
            <p:nvPr/>
          </p:nvGrpSpPr>
          <p:grpSpPr>
            <a:xfrm flipH="1">
              <a:off x="6728255" y="4778554"/>
              <a:ext cx="101875" cy="134875"/>
              <a:chOff x="3928495" y="333391"/>
              <a:chExt cx="101875" cy="134875"/>
            </a:xfrm>
          </p:grpSpPr>
          <p:grpSp>
            <p:nvGrpSpPr>
              <p:cNvPr id="423" name="Google Shape;423;p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424" name="Google Shape;424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6" name="Google Shape;426;p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427" name="Google Shape;427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9" name="Google Shape;429;p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430" name="Google Shape;430;p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32" name="Google Shape;432;p7"/>
            <p:cNvGrpSpPr/>
            <p:nvPr/>
          </p:nvGrpSpPr>
          <p:grpSpPr>
            <a:xfrm flipH="1">
              <a:off x="567613" y="668313"/>
              <a:ext cx="130200" cy="126125"/>
              <a:chOff x="3935725" y="167575"/>
              <a:chExt cx="130200" cy="126125"/>
            </a:xfrm>
          </p:grpSpPr>
          <p:sp>
            <p:nvSpPr>
              <p:cNvPr id="433" name="Google Shape;433;p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4" name="Google Shape;434;p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436" name="Google Shape;436;p7"/>
            <p:cNvGrpSpPr/>
            <p:nvPr/>
          </p:nvGrpSpPr>
          <p:grpSpPr>
            <a:xfrm rot="10800000" flipH="1">
              <a:off x="7240419" y="4797037"/>
              <a:ext cx="449076" cy="119073"/>
              <a:chOff x="7108302" y="2550931"/>
              <a:chExt cx="281323" cy="74593"/>
            </a:xfrm>
          </p:grpSpPr>
          <p:sp>
            <p:nvSpPr>
              <p:cNvPr id="437" name="Google Shape;437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7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7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846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8"/>
          <p:cNvGrpSpPr/>
          <p:nvPr/>
        </p:nvGrpSpPr>
        <p:grpSpPr>
          <a:xfrm>
            <a:off x="-1078950" y="-1355167"/>
            <a:ext cx="11081975" cy="9389533"/>
            <a:chOff x="-1078950" y="-1016375"/>
            <a:chExt cx="11081975" cy="7042150"/>
          </a:xfrm>
        </p:grpSpPr>
        <p:sp>
          <p:nvSpPr>
            <p:cNvPr id="450" name="Google Shape;450;p8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 rot="-5400000" flipH="1">
              <a:off x="5671550" y="52640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3" name="Google Shape;453;p8"/>
            <p:cNvSpPr/>
            <p:nvPr/>
          </p:nvSpPr>
          <p:spPr>
            <a:xfrm rot="-5400000" flipH="1">
              <a:off x="24835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4" name="Google Shape;454;p8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455" name="Google Shape;455;p8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456" name="Google Shape;456;p8"/>
          <p:cNvGrpSpPr/>
          <p:nvPr/>
        </p:nvGrpSpPr>
        <p:grpSpPr>
          <a:xfrm>
            <a:off x="123985" y="-768503"/>
            <a:ext cx="9153370" cy="9451209"/>
            <a:chOff x="123985" y="-576378"/>
            <a:chExt cx="9153370" cy="7088407"/>
          </a:xfrm>
        </p:grpSpPr>
        <p:grpSp>
          <p:nvGrpSpPr>
            <p:cNvPr id="457" name="Google Shape;457;p8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458" name="Google Shape;458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8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465" name="Google Shape;465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8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468" name="Google Shape;468;p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8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472" name="Google Shape;472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5" name="Google Shape;475;p8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476" name="Google Shape;476;p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8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479" name="Google Shape;479;p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8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483" name="Google Shape;483;p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" name="Google Shape;486;p8"/>
            <p:cNvGrpSpPr/>
            <p:nvPr/>
          </p:nvGrpSpPr>
          <p:grpSpPr>
            <a:xfrm rot="-5400000" flipH="1">
              <a:off x="2113698" y="5180120"/>
              <a:ext cx="2156910" cy="506908"/>
              <a:chOff x="4891825" y="3495059"/>
              <a:chExt cx="1351193" cy="317552"/>
            </a:xfrm>
          </p:grpSpPr>
          <p:sp>
            <p:nvSpPr>
              <p:cNvPr id="487" name="Google Shape;487;p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8"/>
            <p:cNvGrpSpPr/>
            <p:nvPr/>
          </p:nvGrpSpPr>
          <p:grpSpPr>
            <a:xfrm flipH="1">
              <a:off x="5175252" y="-576378"/>
              <a:ext cx="204128" cy="1115878"/>
              <a:chOff x="6605329" y="191675"/>
              <a:chExt cx="127876" cy="699040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6" name="Google Shape;496;p8"/>
          <p:cNvSpPr txBox="1">
            <a:spLocks noGrp="1"/>
          </p:cNvSpPr>
          <p:nvPr>
            <p:ph type="title"/>
          </p:nvPr>
        </p:nvSpPr>
        <p:spPr>
          <a:xfrm>
            <a:off x="1133425" y="2528433"/>
            <a:ext cx="6877200" cy="16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97" name="Google Shape;497;p8"/>
          <p:cNvGrpSpPr/>
          <p:nvPr/>
        </p:nvGrpSpPr>
        <p:grpSpPr>
          <a:xfrm flipH="1">
            <a:off x="535582" y="2136583"/>
            <a:ext cx="449076" cy="158764"/>
            <a:chOff x="7108302" y="2550931"/>
            <a:chExt cx="281323" cy="74593"/>
          </a:xfrm>
        </p:grpSpPr>
        <p:sp>
          <p:nvSpPr>
            <p:cNvPr id="498" name="Google Shape;498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7347000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7285195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21" y="32"/>
                  </a:moveTo>
                  <a:lnTo>
                    <a:pt x="7" y="17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1" y="32"/>
                  </a:lnTo>
                  <a:lnTo>
                    <a:pt x="21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7227651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0" y="17"/>
                  </a:lnTo>
                  <a:lnTo>
                    <a:pt x="17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8"/>
            <p:cNvSpPr/>
            <p:nvPr/>
          </p:nvSpPr>
          <p:spPr>
            <a:xfrm>
              <a:off x="717010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5" y="17"/>
                  </a:lnTo>
                  <a:lnTo>
                    <a:pt x="20" y="3"/>
                  </a:lnTo>
                  <a:lnTo>
                    <a:pt x="16" y="0"/>
                  </a:lnTo>
                  <a:lnTo>
                    <a:pt x="0" y="17"/>
                  </a:lnTo>
                  <a:lnTo>
                    <a:pt x="16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8"/>
            <p:cNvSpPr/>
            <p:nvPr/>
          </p:nvSpPr>
          <p:spPr>
            <a:xfrm>
              <a:off x="7108302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0" y="32"/>
                  </a:moveTo>
                  <a:lnTo>
                    <a:pt x="6" y="17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0" y="17"/>
                  </a:lnTo>
                  <a:lnTo>
                    <a:pt x="18" y="35"/>
                  </a:lnTo>
                  <a:lnTo>
                    <a:pt x="20" y="32"/>
                  </a:lnTo>
                  <a:lnTo>
                    <a:pt x="20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8"/>
          <p:cNvGrpSpPr/>
          <p:nvPr/>
        </p:nvGrpSpPr>
        <p:grpSpPr>
          <a:xfrm flipH="1">
            <a:off x="8207938" y="2046317"/>
            <a:ext cx="445675" cy="158764"/>
            <a:chOff x="3578973" y="2550931"/>
            <a:chExt cx="279193" cy="74593"/>
          </a:xfrm>
        </p:grpSpPr>
        <p:sp>
          <p:nvSpPr>
            <p:cNvPr id="509" name="Google Shape;509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8"/>
            <p:cNvSpPr/>
            <p:nvPr/>
          </p:nvSpPr>
          <p:spPr>
            <a:xfrm>
              <a:off x="357897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4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8"/>
            <p:cNvSpPr/>
            <p:nvPr/>
          </p:nvSpPr>
          <p:spPr>
            <a:xfrm>
              <a:off x="3636518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3698323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2" y="35"/>
                  </a:moveTo>
                  <a:lnTo>
                    <a:pt x="20" y="17"/>
                  </a:lnTo>
                  <a:lnTo>
                    <a:pt x="2" y="0"/>
                  </a:lnTo>
                  <a:lnTo>
                    <a:pt x="0" y="3"/>
                  </a:lnTo>
                  <a:lnTo>
                    <a:pt x="13" y="17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8"/>
            <p:cNvSpPr/>
            <p:nvPr/>
          </p:nvSpPr>
          <p:spPr>
            <a:xfrm>
              <a:off x="3755867" y="2550931"/>
              <a:ext cx="42625" cy="74593"/>
            </a:xfrm>
            <a:custGeom>
              <a:avLst/>
              <a:gdLst/>
              <a:ahLst/>
              <a:cxnLst/>
              <a:rect l="l" t="t" r="r" b="b"/>
              <a:pathLst>
                <a:path w="20" h="35" extrusionOk="0">
                  <a:moveTo>
                    <a:pt x="3" y="35"/>
                  </a:moveTo>
                  <a:lnTo>
                    <a:pt x="20" y="17"/>
                  </a:lnTo>
                  <a:lnTo>
                    <a:pt x="3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3" y="35"/>
                  </a:lnTo>
                  <a:lnTo>
                    <a:pt x="3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8"/>
            <p:cNvSpPr/>
            <p:nvPr/>
          </p:nvSpPr>
          <p:spPr>
            <a:xfrm>
              <a:off x="3813410" y="2550931"/>
              <a:ext cx="44757" cy="74593"/>
            </a:xfrm>
            <a:custGeom>
              <a:avLst/>
              <a:gdLst/>
              <a:ahLst/>
              <a:cxnLst/>
              <a:rect l="l" t="t" r="r" b="b"/>
              <a:pathLst>
                <a:path w="21" h="35" extrusionOk="0">
                  <a:moveTo>
                    <a:pt x="4" y="35"/>
                  </a:moveTo>
                  <a:lnTo>
                    <a:pt x="21" y="17"/>
                  </a:lnTo>
                  <a:lnTo>
                    <a:pt x="4" y="0"/>
                  </a:lnTo>
                  <a:lnTo>
                    <a:pt x="0" y="3"/>
                  </a:lnTo>
                  <a:lnTo>
                    <a:pt x="15" y="17"/>
                  </a:lnTo>
                  <a:lnTo>
                    <a:pt x="0" y="32"/>
                  </a:lnTo>
                  <a:lnTo>
                    <a:pt x="4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37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9"/>
          <p:cNvSpPr txBox="1">
            <a:spLocks noGrp="1"/>
          </p:cNvSpPr>
          <p:nvPr>
            <p:ph type="title"/>
          </p:nvPr>
        </p:nvSpPr>
        <p:spPr>
          <a:xfrm>
            <a:off x="793025" y="1372000"/>
            <a:ext cx="3880500" cy="19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2" name="Google Shape;522;p9"/>
          <p:cNvSpPr txBox="1">
            <a:spLocks noGrp="1"/>
          </p:cNvSpPr>
          <p:nvPr>
            <p:ph type="subTitle" idx="1"/>
          </p:nvPr>
        </p:nvSpPr>
        <p:spPr>
          <a:xfrm>
            <a:off x="793025" y="3411600"/>
            <a:ext cx="3880500" cy="18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9"/>
          <p:cNvSpPr>
            <a:spLocks noGrp="1"/>
          </p:cNvSpPr>
          <p:nvPr>
            <p:ph type="pic" idx="2"/>
          </p:nvPr>
        </p:nvSpPr>
        <p:spPr>
          <a:xfrm>
            <a:off x="5346671" y="802600"/>
            <a:ext cx="3025200" cy="5252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4" name="Google Shape;524;p9"/>
          <p:cNvGrpSpPr/>
          <p:nvPr/>
        </p:nvGrpSpPr>
        <p:grpSpPr>
          <a:xfrm flipH="1">
            <a:off x="-198360" y="-601671"/>
            <a:ext cx="10173789" cy="7534459"/>
            <a:chOff x="-900429" y="-451253"/>
            <a:chExt cx="10173789" cy="5650844"/>
          </a:xfrm>
        </p:grpSpPr>
        <p:grpSp>
          <p:nvGrpSpPr>
            <p:cNvPr id="525" name="Google Shape;525;p9"/>
            <p:cNvGrpSpPr/>
            <p:nvPr/>
          </p:nvGrpSpPr>
          <p:grpSpPr>
            <a:xfrm rot="-5400000">
              <a:off x="-444554" y="2420972"/>
              <a:ext cx="204128" cy="1115878"/>
              <a:chOff x="6135602" y="7311"/>
              <a:chExt cx="127876" cy="699040"/>
            </a:xfrm>
          </p:grpSpPr>
          <p:sp>
            <p:nvSpPr>
              <p:cNvPr id="526" name="Google Shape;526;p9"/>
              <p:cNvSpPr/>
              <p:nvPr/>
            </p:nvSpPr>
            <p:spPr>
              <a:xfrm>
                <a:off x="6231508" y="67438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6135602" y="7311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8" name="Google Shape;528;p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529" name="Google Shape;529;p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530" name="Google Shape;530;p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1" name="Google Shape;531;p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" name="Google Shape;533;p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534" name="Google Shape;534;p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5" name="Google Shape;535;p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6" name="Google Shape;536;p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537" name="Google Shape;537;p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3" name="Google Shape;543;p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544" name="Google Shape;544;p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" name="Google Shape;547;p9"/>
          <p:cNvGrpSpPr/>
          <p:nvPr/>
        </p:nvGrpSpPr>
        <p:grpSpPr>
          <a:xfrm rot="10800000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548" name="Google Shape;548;p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554" name="Google Shape;554;p9"/>
          <p:cNvGrpSpPr/>
          <p:nvPr/>
        </p:nvGrpSpPr>
        <p:grpSpPr>
          <a:xfrm flipH="1">
            <a:off x="477826" y="187984"/>
            <a:ext cx="8320055" cy="6365464"/>
            <a:chOff x="473320" y="140988"/>
            <a:chExt cx="8320055" cy="4774098"/>
          </a:xfrm>
        </p:grpSpPr>
        <p:grpSp>
          <p:nvGrpSpPr>
            <p:cNvPr id="555" name="Google Shape;555;p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556" name="Google Shape;556;p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7" name="Google Shape;557;p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58" name="Google Shape;558;p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59" name="Google Shape;559;p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560" name="Google Shape;560;p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561" name="Google Shape;561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2" name="Google Shape;562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3" name="Google Shape;563;p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564" name="Google Shape;564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6" name="Google Shape;566;p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567" name="Google Shape;567;p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" name="Google Shape;568;p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" name="Google Shape;569;p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570" name="Google Shape;570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0" name="Google Shape;580;p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581" name="Google Shape;581;p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584" name="Google Shape;584;p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585" name="Google Shape;585;p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876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10"/>
          <p:cNvSpPr txBox="1">
            <a:spLocks noGrp="1"/>
          </p:cNvSpPr>
          <p:nvPr>
            <p:ph type="title"/>
          </p:nvPr>
        </p:nvSpPr>
        <p:spPr>
          <a:xfrm>
            <a:off x="1390200" y="5378633"/>
            <a:ext cx="6363600" cy="6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80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1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2135397"/>
            <a:ext cx="6576000" cy="1526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4" name="Google Shape;594;p11"/>
          <p:cNvSpPr txBox="1">
            <a:spLocks noGrp="1"/>
          </p:cNvSpPr>
          <p:nvPr>
            <p:ph type="subTitle" idx="1"/>
          </p:nvPr>
        </p:nvSpPr>
        <p:spPr>
          <a:xfrm>
            <a:off x="1284000" y="3930717"/>
            <a:ext cx="65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95" name="Google Shape;595;p11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596" name="Google Shape;596;p11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602" name="Google Shape;602;p11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603" name="Google Shape;603;p11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604" name="Google Shape;604;p1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11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611" name="Google Shape;611;p1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" name="Google Shape;613;p11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614" name="Google Shape;614;p11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1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1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7" name="Google Shape;617;p11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618" name="Google Shape;618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1" name="Google Shape;621;p11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622" name="Google Shape;622;p11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1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4" name="Google Shape;624;p11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625" name="Google Shape;625;p1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8" name="Google Shape;628;p11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629" name="Google Shape;629;p11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1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1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2" name="Google Shape;632;p11"/>
          <p:cNvGrpSpPr/>
          <p:nvPr/>
        </p:nvGrpSpPr>
        <p:grpSpPr>
          <a:xfrm>
            <a:off x="380021" y="204817"/>
            <a:ext cx="7382905" cy="6365464"/>
            <a:chOff x="380020" y="153613"/>
            <a:chExt cx="7382905" cy="4774098"/>
          </a:xfrm>
        </p:grpSpPr>
        <p:grpSp>
          <p:nvGrpSpPr>
            <p:cNvPr id="633" name="Google Shape;633;p11"/>
            <p:cNvGrpSpPr/>
            <p:nvPr/>
          </p:nvGrpSpPr>
          <p:grpSpPr>
            <a:xfrm rot="10800000" flipH="1">
              <a:off x="481900" y="1674649"/>
              <a:ext cx="130200" cy="126125"/>
              <a:chOff x="-4441750" y="34450"/>
              <a:chExt cx="130200" cy="126125"/>
            </a:xfrm>
          </p:grpSpPr>
          <p:sp>
            <p:nvSpPr>
              <p:cNvPr id="634" name="Google Shape;634;p11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5" name="Google Shape;635;p11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36" name="Google Shape;636;p11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37" name="Google Shape;637;p11"/>
            <p:cNvGrpSpPr/>
            <p:nvPr/>
          </p:nvGrpSpPr>
          <p:grpSpPr>
            <a:xfrm rot="10800000" flipH="1">
              <a:off x="380020" y="4375020"/>
              <a:ext cx="101875" cy="134875"/>
              <a:chOff x="3928495" y="333391"/>
              <a:chExt cx="101875" cy="134875"/>
            </a:xfrm>
          </p:grpSpPr>
          <p:grpSp>
            <p:nvGrpSpPr>
              <p:cNvPr id="638" name="Google Shape;638;p1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39" name="Google Shape;639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1" name="Google Shape;641;p1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42" name="Google Shape;642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" name="Google Shape;644;p1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45" name="Google Shape;645;p1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" name="Google Shape;647;p11"/>
            <p:cNvGrpSpPr/>
            <p:nvPr/>
          </p:nvGrpSpPr>
          <p:grpSpPr>
            <a:xfrm rot="10800000" flipH="1">
              <a:off x="1668775" y="153613"/>
              <a:ext cx="445675" cy="119073"/>
              <a:chOff x="3578973" y="2550931"/>
              <a:chExt cx="279193" cy="74593"/>
            </a:xfrm>
          </p:grpSpPr>
          <p:sp>
            <p:nvSpPr>
              <p:cNvPr id="648" name="Google Shape;648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11"/>
            <p:cNvGrpSpPr/>
            <p:nvPr/>
          </p:nvGrpSpPr>
          <p:grpSpPr>
            <a:xfrm rot="10800000" flipH="1">
              <a:off x="7632725" y="4801586"/>
              <a:ext cx="130200" cy="126125"/>
              <a:chOff x="3935725" y="167575"/>
              <a:chExt cx="130200" cy="126125"/>
            </a:xfrm>
          </p:grpSpPr>
          <p:sp>
            <p:nvSpPr>
              <p:cNvPr id="659" name="Google Shape;659;p1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0" name="Google Shape;660;p1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61" name="Google Shape;661;p1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62" name="Google Shape;662;p11"/>
            <p:cNvGrpSpPr/>
            <p:nvPr/>
          </p:nvGrpSpPr>
          <p:grpSpPr>
            <a:xfrm rot="10800000">
              <a:off x="1631171" y="4752943"/>
              <a:ext cx="445675" cy="80822"/>
              <a:chOff x="6468929" y="3844579"/>
              <a:chExt cx="411329" cy="74593"/>
            </a:xfrm>
          </p:grpSpPr>
          <p:sp>
            <p:nvSpPr>
              <p:cNvPr id="663" name="Google Shape;663;p1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855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06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0" name="Google Shape;670;p13"/>
          <p:cNvSpPr txBox="1">
            <a:spLocks noGrp="1"/>
          </p:cNvSpPr>
          <p:nvPr>
            <p:ph type="subTitle" idx="1"/>
          </p:nvPr>
        </p:nvSpPr>
        <p:spPr>
          <a:xfrm>
            <a:off x="1806625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1" name="Google Shape;671;p13"/>
          <p:cNvSpPr txBox="1">
            <a:spLocks noGrp="1"/>
          </p:cNvSpPr>
          <p:nvPr>
            <p:ph type="subTitle" idx="2"/>
          </p:nvPr>
        </p:nvSpPr>
        <p:spPr>
          <a:xfrm>
            <a:off x="5665400" y="26550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2" name="Google Shape;672;p13"/>
          <p:cNvSpPr txBox="1">
            <a:spLocks noGrp="1"/>
          </p:cNvSpPr>
          <p:nvPr>
            <p:ph type="subTitle" idx="3"/>
          </p:nvPr>
        </p:nvSpPr>
        <p:spPr>
          <a:xfrm>
            <a:off x="1806625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3" name="Google Shape;673;p13"/>
          <p:cNvSpPr txBox="1">
            <a:spLocks noGrp="1"/>
          </p:cNvSpPr>
          <p:nvPr>
            <p:ph type="subTitle" idx="4"/>
          </p:nvPr>
        </p:nvSpPr>
        <p:spPr>
          <a:xfrm>
            <a:off x="5665400" y="4941651"/>
            <a:ext cx="25701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4" name="Google Shape;674;p13"/>
          <p:cNvSpPr txBox="1">
            <a:spLocks noGrp="1"/>
          </p:cNvSpPr>
          <p:nvPr>
            <p:ph type="title" idx="5" hasCustomPrompt="1"/>
          </p:nvPr>
        </p:nvSpPr>
        <p:spPr>
          <a:xfrm>
            <a:off x="901087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5" name="Google Shape;675;p13"/>
          <p:cNvSpPr txBox="1">
            <a:spLocks noGrp="1"/>
          </p:cNvSpPr>
          <p:nvPr>
            <p:ph type="title" idx="6" hasCustomPrompt="1"/>
          </p:nvPr>
        </p:nvSpPr>
        <p:spPr>
          <a:xfrm>
            <a:off x="901087" y="4207103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6" name="Google Shape;676;p13"/>
          <p:cNvSpPr txBox="1">
            <a:spLocks noGrp="1"/>
          </p:cNvSpPr>
          <p:nvPr>
            <p:ph type="title" idx="7" hasCustomPrompt="1"/>
          </p:nvPr>
        </p:nvSpPr>
        <p:spPr>
          <a:xfrm>
            <a:off x="4759861" y="1920500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7" name="Google Shape;677;p13"/>
          <p:cNvSpPr txBox="1">
            <a:spLocks noGrp="1"/>
          </p:cNvSpPr>
          <p:nvPr>
            <p:ph type="title" idx="8" hasCustomPrompt="1"/>
          </p:nvPr>
        </p:nvSpPr>
        <p:spPr>
          <a:xfrm>
            <a:off x="4759861" y="4207108"/>
            <a:ext cx="820500" cy="85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8" name="Google Shape;678;p13"/>
          <p:cNvSpPr txBox="1">
            <a:spLocks noGrp="1"/>
          </p:cNvSpPr>
          <p:nvPr>
            <p:ph type="subTitle" idx="9"/>
          </p:nvPr>
        </p:nvSpPr>
        <p:spPr>
          <a:xfrm>
            <a:off x="1806638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9" name="Google Shape;679;p13"/>
          <p:cNvSpPr txBox="1">
            <a:spLocks noGrp="1"/>
          </p:cNvSpPr>
          <p:nvPr>
            <p:ph type="subTitle" idx="13"/>
          </p:nvPr>
        </p:nvSpPr>
        <p:spPr>
          <a:xfrm>
            <a:off x="5665413" y="1675567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subTitle" idx="14"/>
          </p:nvPr>
        </p:nvSpPr>
        <p:spPr>
          <a:xfrm>
            <a:off x="1806638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1" name="Google Shape;681;p13"/>
          <p:cNvSpPr txBox="1">
            <a:spLocks noGrp="1"/>
          </p:cNvSpPr>
          <p:nvPr>
            <p:ph type="subTitle" idx="15"/>
          </p:nvPr>
        </p:nvSpPr>
        <p:spPr>
          <a:xfrm>
            <a:off x="5665413" y="3962033"/>
            <a:ext cx="2570100" cy="11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82" name="Google Shape;682;p13"/>
          <p:cNvGrpSpPr/>
          <p:nvPr/>
        </p:nvGrpSpPr>
        <p:grpSpPr>
          <a:xfrm>
            <a:off x="362676" y="297518"/>
            <a:ext cx="8584545" cy="6270317"/>
            <a:chOff x="362675" y="223138"/>
            <a:chExt cx="8584545" cy="4702738"/>
          </a:xfrm>
        </p:grpSpPr>
        <p:grpSp>
          <p:nvGrpSpPr>
            <p:cNvPr id="683" name="Google Shape;683;p13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684" name="Google Shape;68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5" name="Google Shape;68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6" name="Google Shape;68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87" name="Google Shape;687;p13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688" name="Google Shape;688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89" name="Google Shape;689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690" name="Google Shape;690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691" name="Google Shape;691;p13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692" name="Google Shape;692;p1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693" name="Google Shape;693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5" name="Google Shape;695;p1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696" name="Google Shape;696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" name="Google Shape;698;p1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699" name="Google Shape;699;p1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1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13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702" name="Google Shape;702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2" name="Google Shape;712;p13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713" name="Google Shape;713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13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3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724" name="Google Shape;724;p1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5" name="Google Shape;725;p1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26" name="Google Shape;726;p1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727" name="Google Shape;727;p13"/>
          <p:cNvGrpSpPr/>
          <p:nvPr/>
        </p:nvGrpSpPr>
        <p:grpSpPr>
          <a:xfrm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728" name="Google Shape;728;p13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34" name="Google Shape;734;p13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735" name="Google Shape;735;p13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736" name="Google Shape;736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13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740" name="Google Shape;740;p1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13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747" name="Google Shape;747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3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71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1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14"/>
          <p:cNvGrpSpPr/>
          <p:nvPr/>
        </p:nvGrpSpPr>
        <p:grpSpPr>
          <a:xfrm>
            <a:off x="7007814" y="310950"/>
            <a:ext cx="1814513" cy="6256884"/>
            <a:chOff x="7007813" y="233212"/>
            <a:chExt cx="1814513" cy="4692663"/>
          </a:xfrm>
        </p:grpSpPr>
        <p:grpSp>
          <p:nvGrpSpPr>
            <p:cNvPr id="757" name="Google Shape;757;p14"/>
            <p:cNvGrpSpPr/>
            <p:nvPr/>
          </p:nvGrpSpPr>
          <p:grpSpPr>
            <a:xfrm flipH="1">
              <a:off x="8692125" y="793000"/>
              <a:ext cx="130200" cy="126125"/>
              <a:chOff x="3935725" y="167575"/>
              <a:chExt cx="130200" cy="126125"/>
            </a:xfrm>
          </p:grpSpPr>
          <p:sp>
            <p:nvSpPr>
              <p:cNvPr id="758" name="Google Shape;758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59" name="Google Shape;759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0" name="Google Shape;760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1" name="Google Shape;761;p14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762" name="Google Shape;762;p1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3" name="Google Shape;763;p1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764" name="Google Shape;764;p1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765" name="Google Shape;765;p14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766" name="Google Shape;766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" name="Google Shape;776;p14"/>
          <p:cNvGrpSpPr/>
          <p:nvPr/>
        </p:nvGrpSpPr>
        <p:grpSpPr>
          <a:xfrm>
            <a:off x="-1077550" y="-1489319"/>
            <a:ext cx="11388500" cy="9890420"/>
            <a:chOff x="-1077550" y="-1116990"/>
            <a:chExt cx="11388500" cy="7417815"/>
          </a:xfrm>
        </p:grpSpPr>
        <p:sp>
          <p:nvSpPr>
            <p:cNvPr id="777" name="Google Shape;777;p14"/>
            <p:cNvSpPr/>
            <p:nvPr/>
          </p:nvSpPr>
          <p:spPr>
            <a:xfrm rot="10800000">
              <a:off x="8610300" y="406331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8" name="Google Shape;778;p14"/>
            <p:cNvSpPr/>
            <p:nvPr/>
          </p:nvSpPr>
          <p:spPr>
            <a:xfrm rot="10800000">
              <a:off x="8893750" y="38168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79" name="Google Shape;779;p14"/>
            <p:cNvSpPr/>
            <p:nvPr/>
          </p:nvSpPr>
          <p:spPr>
            <a:xfrm rot="10800000" flipH="1">
              <a:off x="-7973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0" name="Google Shape;780;p14"/>
            <p:cNvSpPr/>
            <p:nvPr/>
          </p:nvSpPr>
          <p:spPr>
            <a:xfrm rot="10800000" flipH="1">
              <a:off x="-10775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1" name="Google Shape;781;p14"/>
            <p:cNvSpPr/>
            <p:nvPr/>
          </p:nvSpPr>
          <p:spPr>
            <a:xfrm rot="-5400000" flipH="1">
              <a:off x="12490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782" name="Google Shape;782;p14"/>
            <p:cNvSpPr/>
            <p:nvPr/>
          </p:nvSpPr>
          <p:spPr>
            <a:xfrm rot="-5400000" flipH="1">
              <a:off x="4967450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783" name="Google Shape;783;p14"/>
          <p:cNvGrpSpPr/>
          <p:nvPr/>
        </p:nvGrpSpPr>
        <p:grpSpPr>
          <a:xfrm>
            <a:off x="-656815" y="-1272039"/>
            <a:ext cx="10760625" cy="9590560"/>
            <a:chOff x="-656815" y="-954029"/>
            <a:chExt cx="10760625" cy="7192920"/>
          </a:xfrm>
        </p:grpSpPr>
        <p:grpSp>
          <p:nvGrpSpPr>
            <p:cNvPr id="784" name="Google Shape;784;p14"/>
            <p:cNvGrpSpPr/>
            <p:nvPr/>
          </p:nvGrpSpPr>
          <p:grpSpPr>
            <a:xfrm flipH="1">
              <a:off x="8610290" y="186420"/>
              <a:ext cx="1493520" cy="615774"/>
              <a:chOff x="5301012" y="396272"/>
              <a:chExt cx="935614" cy="385751"/>
            </a:xfrm>
          </p:grpSpPr>
          <p:sp>
            <p:nvSpPr>
              <p:cNvPr id="785" name="Google Shape;785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14"/>
            <p:cNvGrpSpPr/>
            <p:nvPr/>
          </p:nvGrpSpPr>
          <p:grpSpPr>
            <a:xfrm flipH="1">
              <a:off x="-656815" y="4712283"/>
              <a:ext cx="2156910" cy="506908"/>
              <a:chOff x="4891825" y="3495059"/>
              <a:chExt cx="1351193" cy="317552"/>
            </a:xfrm>
          </p:grpSpPr>
          <p:sp>
            <p:nvSpPr>
              <p:cNvPr id="789" name="Google Shape;789;p1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5" name="Google Shape;795;p14"/>
            <p:cNvGrpSpPr/>
            <p:nvPr/>
          </p:nvGrpSpPr>
          <p:grpSpPr>
            <a:xfrm rot="5400000" flipH="1">
              <a:off x="-293635" y="-515155"/>
              <a:ext cx="1493520" cy="615774"/>
              <a:chOff x="5301012" y="396272"/>
              <a:chExt cx="935614" cy="385751"/>
            </a:xfrm>
          </p:grpSpPr>
          <p:sp>
            <p:nvSpPr>
              <p:cNvPr id="796" name="Google Shape;796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4"/>
            <p:cNvGrpSpPr/>
            <p:nvPr/>
          </p:nvGrpSpPr>
          <p:grpSpPr>
            <a:xfrm rot="-5400000">
              <a:off x="7497265" y="5184245"/>
              <a:ext cx="1493520" cy="615774"/>
              <a:chOff x="5301012" y="396272"/>
              <a:chExt cx="935614" cy="385751"/>
            </a:xfrm>
          </p:grpSpPr>
          <p:sp>
            <p:nvSpPr>
              <p:cNvPr id="800" name="Google Shape;800;p1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3" name="Google Shape;803;p14"/>
          <p:cNvSpPr txBox="1">
            <a:spLocks noGrp="1"/>
          </p:cNvSpPr>
          <p:nvPr>
            <p:ph type="title"/>
          </p:nvPr>
        </p:nvSpPr>
        <p:spPr>
          <a:xfrm>
            <a:off x="1781238" y="4518495"/>
            <a:ext cx="55815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4" name="Google Shape;804;p14"/>
          <p:cNvSpPr txBox="1">
            <a:spLocks noGrp="1"/>
          </p:cNvSpPr>
          <p:nvPr>
            <p:ph type="subTitle" idx="1"/>
          </p:nvPr>
        </p:nvSpPr>
        <p:spPr>
          <a:xfrm>
            <a:off x="1781238" y="1427600"/>
            <a:ext cx="5581500" cy="31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4591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08" name="Google Shape;808;p15"/>
          <p:cNvGrpSpPr/>
          <p:nvPr/>
        </p:nvGrpSpPr>
        <p:grpSpPr>
          <a:xfrm flipH="1">
            <a:off x="189381" y="297518"/>
            <a:ext cx="8584545" cy="6270317"/>
            <a:chOff x="362675" y="223138"/>
            <a:chExt cx="8584545" cy="4702738"/>
          </a:xfrm>
        </p:grpSpPr>
        <p:grpSp>
          <p:nvGrpSpPr>
            <p:cNvPr id="809" name="Google Shape;809;p15"/>
            <p:cNvGrpSpPr/>
            <p:nvPr/>
          </p:nvGrpSpPr>
          <p:grpSpPr>
            <a:xfrm>
              <a:off x="362675" y="793000"/>
              <a:ext cx="130200" cy="126125"/>
              <a:chOff x="3935725" y="167575"/>
              <a:chExt cx="130200" cy="126125"/>
            </a:xfrm>
          </p:grpSpPr>
          <p:sp>
            <p:nvSpPr>
              <p:cNvPr id="810" name="Google Shape;81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1" name="Google Shape;81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2" name="Google Shape;81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3" name="Google Shape;813;p15"/>
            <p:cNvGrpSpPr/>
            <p:nvPr/>
          </p:nvGrpSpPr>
          <p:grpSpPr>
            <a:xfrm>
              <a:off x="2046988" y="4799750"/>
              <a:ext cx="130200" cy="126125"/>
              <a:chOff x="3935725" y="167575"/>
              <a:chExt cx="130200" cy="126125"/>
            </a:xfrm>
          </p:grpSpPr>
          <p:sp>
            <p:nvSpPr>
              <p:cNvPr id="814" name="Google Shape;814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5" name="Google Shape;815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16" name="Google Shape;816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817" name="Google Shape;817;p15"/>
            <p:cNvGrpSpPr/>
            <p:nvPr/>
          </p:nvGrpSpPr>
          <p:grpSpPr>
            <a:xfrm>
              <a:off x="8845345" y="4235716"/>
              <a:ext cx="101875" cy="134875"/>
              <a:chOff x="3928495" y="333391"/>
              <a:chExt cx="101875" cy="134875"/>
            </a:xfrm>
          </p:grpSpPr>
          <p:grpSp>
            <p:nvGrpSpPr>
              <p:cNvPr id="818" name="Google Shape;818;p1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819" name="Google Shape;819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822" name="Google Shape;822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1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825" name="Google Shape;825;p1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" name="Google Shape;827;p15"/>
            <p:cNvGrpSpPr/>
            <p:nvPr/>
          </p:nvGrpSpPr>
          <p:grpSpPr>
            <a:xfrm>
              <a:off x="6507442" y="4803287"/>
              <a:ext cx="449076" cy="119073"/>
              <a:chOff x="7108302" y="2550931"/>
              <a:chExt cx="281323" cy="74593"/>
            </a:xfrm>
          </p:grpSpPr>
          <p:sp>
            <p:nvSpPr>
              <p:cNvPr id="828" name="Google Shape;828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5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5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5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5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15"/>
            <p:cNvGrpSpPr/>
            <p:nvPr/>
          </p:nvGrpSpPr>
          <p:grpSpPr>
            <a:xfrm>
              <a:off x="1667825" y="233212"/>
              <a:ext cx="445675" cy="119073"/>
              <a:chOff x="3578973" y="2550931"/>
              <a:chExt cx="279193" cy="74593"/>
            </a:xfrm>
          </p:grpSpPr>
          <p:sp>
            <p:nvSpPr>
              <p:cNvPr id="839" name="Google Shape;839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1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15"/>
            <p:cNvGrpSpPr/>
            <p:nvPr/>
          </p:nvGrpSpPr>
          <p:grpSpPr>
            <a:xfrm>
              <a:off x="8193600" y="223138"/>
              <a:ext cx="130200" cy="126125"/>
              <a:chOff x="3935725" y="167575"/>
              <a:chExt cx="130200" cy="126125"/>
            </a:xfrm>
          </p:grpSpPr>
          <p:sp>
            <p:nvSpPr>
              <p:cNvPr id="850" name="Google Shape;850;p1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1" name="Google Shape;851;p1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852" name="Google Shape;852;p1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grpSp>
        <p:nvGrpSpPr>
          <p:cNvPr id="853" name="Google Shape;853;p15"/>
          <p:cNvGrpSpPr/>
          <p:nvPr/>
        </p:nvGrpSpPr>
        <p:grpSpPr>
          <a:xfrm flipH="1">
            <a:off x="-1125950" y="-1489319"/>
            <a:ext cx="11388500" cy="9890420"/>
            <a:chOff x="-1125950" y="-1116990"/>
            <a:chExt cx="11388500" cy="7417815"/>
          </a:xfrm>
        </p:grpSpPr>
        <p:sp>
          <p:nvSpPr>
            <p:cNvPr id="854" name="Google Shape;854;p15"/>
            <p:cNvSpPr/>
            <p:nvPr/>
          </p:nvSpPr>
          <p:spPr>
            <a:xfrm rot="10800000" flipH="1">
              <a:off x="-842500" y="44435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5" name="Google Shape;855;p15"/>
            <p:cNvSpPr/>
            <p:nvPr/>
          </p:nvSpPr>
          <p:spPr>
            <a:xfrm rot="10800000" flipH="1">
              <a:off x="-1125950" y="41971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6" name="Google Shape;856;p15"/>
            <p:cNvSpPr/>
            <p:nvPr/>
          </p:nvSpPr>
          <p:spPr>
            <a:xfrm rot="10800000">
              <a:off x="8565125" y="132648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7" name="Google Shape;857;p15"/>
            <p:cNvSpPr/>
            <p:nvPr/>
          </p:nvSpPr>
          <p:spPr>
            <a:xfrm rot="10800000">
              <a:off x="8845350" y="108005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8" name="Google Shape;858;p15"/>
            <p:cNvSpPr/>
            <p:nvPr/>
          </p:nvSpPr>
          <p:spPr>
            <a:xfrm rot="5400000">
              <a:off x="6518800" y="-46149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859" name="Google Shape;859;p15"/>
            <p:cNvSpPr/>
            <p:nvPr/>
          </p:nvSpPr>
          <p:spPr>
            <a:xfrm rot="5400000">
              <a:off x="906125" y="5539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860" name="Google Shape;860;p15"/>
          <p:cNvGrpSpPr/>
          <p:nvPr/>
        </p:nvGrpSpPr>
        <p:grpSpPr>
          <a:xfrm flipH="1">
            <a:off x="-705214" y="-1272039"/>
            <a:ext cx="10760625" cy="9774893"/>
            <a:chOff x="-918810" y="-954029"/>
            <a:chExt cx="10760625" cy="7331170"/>
          </a:xfrm>
        </p:grpSpPr>
        <p:grpSp>
          <p:nvGrpSpPr>
            <p:cNvPr id="861" name="Google Shape;861;p15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62" name="Google Shape;862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5" name="Google Shape;865;p15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66" name="Google Shape;866;p15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5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5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15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15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15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2" name="Google Shape;872;p15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73" name="Google Shape;873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6" name="Google Shape;876;p15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877" name="Google Shape;877;p15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15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15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756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83" name="Google Shape;883;p16"/>
          <p:cNvGrpSpPr/>
          <p:nvPr/>
        </p:nvGrpSpPr>
        <p:grpSpPr>
          <a:xfrm>
            <a:off x="-918810" y="-1272039"/>
            <a:ext cx="10760625" cy="9774893"/>
            <a:chOff x="-918810" y="-954029"/>
            <a:chExt cx="10760625" cy="7331170"/>
          </a:xfrm>
        </p:grpSpPr>
        <p:grpSp>
          <p:nvGrpSpPr>
            <p:cNvPr id="884" name="Google Shape;884;p16"/>
            <p:cNvGrpSpPr/>
            <p:nvPr/>
          </p:nvGrpSpPr>
          <p:grpSpPr>
            <a:xfrm>
              <a:off x="-918810" y="186420"/>
              <a:ext cx="1493520" cy="615774"/>
              <a:chOff x="5301012" y="396272"/>
              <a:chExt cx="935614" cy="385751"/>
            </a:xfrm>
          </p:grpSpPr>
          <p:sp>
            <p:nvSpPr>
              <p:cNvPr id="885" name="Google Shape;885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8" name="Google Shape;888;p16"/>
            <p:cNvGrpSpPr/>
            <p:nvPr/>
          </p:nvGrpSpPr>
          <p:grpSpPr>
            <a:xfrm>
              <a:off x="7684905" y="4712283"/>
              <a:ext cx="2156910" cy="506908"/>
              <a:chOff x="4891825" y="3495059"/>
              <a:chExt cx="1351193" cy="317552"/>
            </a:xfrm>
          </p:grpSpPr>
          <p:sp>
            <p:nvSpPr>
              <p:cNvPr id="889" name="Google Shape;889;p1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1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1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" name="Google Shape;895;p16"/>
            <p:cNvGrpSpPr/>
            <p:nvPr/>
          </p:nvGrpSpPr>
          <p:grpSpPr>
            <a:xfrm rot="-5400000">
              <a:off x="7985115" y="-515155"/>
              <a:ext cx="1493520" cy="615774"/>
              <a:chOff x="5301012" y="396272"/>
              <a:chExt cx="935614" cy="385751"/>
            </a:xfrm>
          </p:grpSpPr>
          <p:sp>
            <p:nvSpPr>
              <p:cNvPr id="896" name="Google Shape;896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9" name="Google Shape;899;p16"/>
            <p:cNvGrpSpPr/>
            <p:nvPr/>
          </p:nvGrpSpPr>
          <p:grpSpPr>
            <a:xfrm rot="-5400000">
              <a:off x="2676115" y="5322495"/>
              <a:ext cx="1493520" cy="615774"/>
              <a:chOff x="5301012" y="396272"/>
              <a:chExt cx="935614" cy="385751"/>
            </a:xfrm>
          </p:grpSpPr>
          <p:sp>
            <p:nvSpPr>
              <p:cNvPr id="900" name="Google Shape;900;p1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1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3" name="Google Shape;903;p16"/>
          <p:cNvGrpSpPr/>
          <p:nvPr/>
        </p:nvGrpSpPr>
        <p:grpSpPr>
          <a:xfrm rot="10800000">
            <a:off x="-1203475" y="-1455052"/>
            <a:ext cx="11678150" cy="9744000"/>
            <a:chOff x="-1203475" y="-1159175"/>
            <a:chExt cx="11678150" cy="7308000"/>
          </a:xfrm>
        </p:grpSpPr>
        <p:sp>
          <p:nvSpPr>
            <p:cNvPr id="904" name="Google Shape;904;p16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rot="5400000">
              <a:off x="806525" y="53871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 rot="5400000">
              <a:off x="7409450" y="-503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 rot="10800000">
              <a:off x="8793375" y="2523174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 rot="10800000">
              <a:off x="9057475" y="2275925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10" name="Google Shape;910;p16"/>
          <p:cNvGrpSpPr/>
          <p:nvPr/>
        </p:nvGrpSpPr>
        <p:grpSpPr>
          <a:xfrm>
            <a:off x="369576" y="361554"/>
            <a:ext cx="8594413" cy="6348164"/>
            <a:chOff x="369575" y="271165"/>
            <a:chExt cx="8594413" cy="4761123"/>
          </a:xfrm>
        </p:grpSpPr>
        <p:grpSp>
          <p:nvGrpSpPr>
            <p:cNvPr id="911" name="Google Shape;911;p16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912" name="Google Shape;912;p1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3" name="Google Shape;913;p1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14" name="Google Shape;914;p1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15" name="Google Shape;915;p16"/>
            <p:cNvGrpSpPr/>
            <p:nvPr/>
          </p:nvGrpSpPr>
          <p:grpSpPr>
            <a:xfrm rot="10800000" flipH="1">
              <a:off x="6713629" y="4913215"/>
              <a:ext cx="449076" cy="119073"/>
              <a:chOff x="6173265" y="2528990"/>
              <a:chExt cx="281323" cy="74593"/>
            </a:xfrm>
          </p:grpSpPr>
          <p:sp>
            <p:nvSpPr>
              <p:cNvPr id="916" name="Google Shape;916;p16"/>
              <p:cNvSpPr/>
              <p:nvPr/>
            </p:nvSpPr>
            <p:spPr>
              <a:xfrm>
                <a:off x="6411963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6"/>
              <p:cNvSpPr/>
              <p:nvPr/>
            </p:nvSpPr>
            <p:spPr>
              <a:xfrm>
                <a:off x="6350158" y="2528990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6"/>
              <p:cNvSpPr/>
              <p:nvPr/>
            </p:nvSpPr>
            <p:spPr>
              <a:xfrm>
                <a:off x="6292614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16"/>
              <p:cNvSpPr/>
              <p:nvPr/>
            </p:nvSpPr>
            <p:spPr>
              <a:xfrm>
                <a:off x="6235071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16"/>
              <p:cNvSpPr/>
              <p:nvPr/>
            </p:nvSpPr>
            <p:spPr>
              <a:xfrm>
                <a:off x="6173265" y="2528990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6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922" name="Google Shape;922;p1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23" name="Google Shape;923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5" name="Google Shape;925;p1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26" name="Google Shape;926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1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29" name="Google Shape;929;p1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1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31" name="Google Shape;931;p16"/>
            <p:cNvGrpSpPr/>
            <p:nvPr/>
          </p:nvGrpSpPr>
          <p:grpSpPr>
            <a:xfrm rot="10800000" flipH="1">
              <a:off x="8833788" y="3194538"/>
              <a:ext cx="130200" cy="126125"/>
              <a:chOff x="4159975" y="1365875"/>
              <a:chExt cx="130200" cy="126125"/>
            </a:xfrm>
          </p:grpSpPr>
          <p:sp>
            <p:nvSpPr>
              <p:cNvPr id="932" name="Google Shape;932;p16"/>
              <p:cNvSpPr/>
              <p:nvPr/>
            </p:nvSpPr>
            <p:spPr>
              <a:xfrm>
                <a:off x="4159975" y="13658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3" name="Google Shape;933;p16"/>
              <p:cNvSpPr/>
              <p:nvPr/>
            </p:nvSpPr>
            <p:spPr>
              <a:xfrm>
                <a:off x="4225075" y="14000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34" name="Google Shape;934;p16"/>
              <p:cNvSpPr/>
              <p:nvPr/>
            </p:nvSpPr>
            <p:spPr>
              <a:xfrm>
                <a:off x="4159975" y="14356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35" name="Google Shape;935;p16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936" name="Google Shape;936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6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6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16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16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16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987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8" name="Google Shape;948;p17"/>
          <p:cNvGrpSpPr/>
          <p:nvPr/>
        </p:nvGrpSpPr>
        <p:grpSpPr>
          <a:xfrm>
            <a:off x="-1107262" y="-1296233"/>
            <a:ext cx="11393100" cy="8878933"/>
            <a:chOff x="-1107262" y="-972175"/>
            <a:chExt cx="11393100" cy="6659200"/>
          </a:xfrm>
        </p:grpSpPr>
        <p:sp>
          <p:nvSpPr>
            <p:cNvPr id="949" name="Google Shape;949;p17"/>
            <p:cNvSpPr/>
            <p:nvPr/>
          </p:nvSpPr>
          <p:spPr>
            <a:xfrm flipH="1">
              <a:off x="8384713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0" name="Google Shape;950;p17"/>
            <p:cNvSpPr/>
            <p:nvPr/>
          </p:nvSpPr>
          <p:spPr>
            <a:xfrm flipH="1">
              <a:off x="8868638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1" name="Google Shape;951;p17"/>
            <p:cNvSpPr/>
            <p:nvPr/>
          </p:nvSpPr>
          <p:spPr>
            <a:xfrm rot="-5400000" flipH="1">
              <a:off x="7934088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2" name="Google Shape;952;p17"/>
            <p:cNvSpPr/>
            <p:nvPr/>
          </p:nvSpPr>
          <p:spPr>
            <a:xfrm rot="-5400000" flipH="1">
              <a:off x="342463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3" name="Google Shape;953;p17"/>
            <p:cNvSpPr/>
            <p:nvPr/>
          </p:nvSpPr>
          <p:spPr>
            <a:xfrm rot="10800000" flipH="1">
              <a:off x="-842012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954" name="Google Shape;954;p17"/>
            <p:cNvSpPr/>
            <p:nvPr/>
          </p:nvSpPr>
          <p:spPr>
            <a:xfrm rot="10800000" flipH="1">
              <a:off x="-1107262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955" name="Google Shape;955;p17"/>
          <p:cNvGrpSpPr/>
          <p:nvPr/>
        </p:nvGrpSpPr>
        <p:grpSpPr>
          <a:xfrm>
            <a:off x="473320" y="187984"/>
            <a:ext cx="8446180" cy="6365464"/>
            <a:chOff x="473320" y="140988"/>
            <a:chExt cx="8446180" cy="4774098"/>
          </a:xfrm>
        </p:grpSpPr>
        <p:grpSp>
          <p:nvGrpSpPr>
            <p:cNvPr id="956" name="Google Shape;956;p17"/>
            <p:cNvGrpSpPr/>
            <p:nvPr/>
          </p:nvGrpSpPr>
          <p:grpSpPr>
            <a:xfrm>
              <a:off x="8789300" y="3401050"/>
              <a:ext cx="130200" cy="126125"/>
              <a:chOff x="3935725" y="167575"/>
              <a:chExt cx="130200" cy="126125"/>
            </a:xfrm>
          </p:grpSpPr>
          <p:sp>
            <p:nvSpPr>
              <p:cNvPr id="957" name="Google Shape;957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60" name="Google Shape;960;p17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961" name="Google Shape;961;p1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962" name="Google Shape;962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4" name="Google Shape;964;p1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965" name="Google Shape;965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7" name="Google Shape;967;p1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968" name="Google Shape;968;p1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9" name="Google Shape;969;p1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0" name="Google Shape;970;p17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971" name="Google Shape;971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1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1" name="Google Shape;981;p17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982" name="Google Shape;982;p1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3" name="Google Shape;983;p1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984" name="Google Shape;984;p1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985" name="Google Shape;985;p17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986" name="Google Shape;986;p1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1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1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9" name="Google Shape;989;p17"/>
          <p:cNvGrpSpPr/>
          <p:nvPr/>
        </p:nvGrpSpPr>
        <p:grpSpPr>
          <a:xfrm>
            <a:off x="-1544370" y="-970404"/>
            <a:ext cx="10797489" cy="9024903"/>
            <a:chOff x="-1544370" y="-727803"/>
            <a:chExt cx="10797489" cy="6768677"/>
          </a:xfrm>
        </p:grpSpPr>
        <p:grpSp>
          <p:nvGrpSpPr>
            <p:cNvPr id="990" name="Google Shape;990;p17"/>
            <p:cNvGrpSpPr/>
            <p:nvPr/>
          </p:nvGrpSpPr>
          <p:grpSpPr>
            <a:xfrm>
              <a:off x="6818321" y="-727803"/>
              <a:ext cx="204128" cy="1115878"/>
              <a:chOff x="6605329" y="191675"/>
              <a:chExt cx="127876" cy="699040"/>
            </a:xfrm>
          </p:grpSpPr>
          <p:sp>
            <p:nvSpPr>
              <p:cNvPr id="991" name="Google Shape;991;p1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3" name="Google Shape;993;p17"/>
            <p:cNvGrpSpPr/>
            <p:nvPr/>
          </p:nvGrpSpPr>
          <p:grpSpPr>
            <a:xfrm rot="10800000" flipH="1">
              <a:off x="6665090" y="4963070"/>
              <a:ext cx="1493520" cy="615774"/>
              <a:chOff x="5301012" y="396272"/>
              <a:chExt cx="935614" cy="385751"/>
            </a:xfrm>
          </p:grpSpPr>
          <p:sp>
            <p:nvSpPr>
              <p:cNvPr id="994" name="Google Shape;994;p1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17"/>
            <p:cNvGrpSpPr/>
            <p:nvPr/>
          </p:nvGrpSpPr>
          <p:grpSpPr>
            <a:xfrm>
              <a:off x="6967883" y="4702857"/>
              <a:ext cx="1064856" cy="813093"/>
              <a:chOff x="3843246" y="357910"/>
              <a:chExt cx="667078" cy="509361"/>
            </a:xfrm>
          </p:grpSpPr>
          <p:sp>
            <p:nvSpPr>
              <p:cNvPr id="998" name="Google Shape;998;p1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1" name="Google Shape;1001;p17"/>
            <p:cNvGrpSpPr/>
            <p:nvPr/>
          </p:nvGrpSpPr>
          <p:grpSpPr>
            <a:xfrm>
              <a:off x="7916093" y="-325628"/>
              <a:ext cx="1337026" cy="826702"/>
              <a:chOff x="3421261" y="191675"/>
              <a:chExt cx="837578" cy="517886"/>
            </a:xfrm>
          </p:grpSpPr>
          <p:sp>
            <p:nvSpPr>
              <p:cNvPr id="1002" name="Google Shape;1002;p1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7"/>
            <p:cNvGrpSpPr/>
            <p:nvPr/>
          </p:nvGrpSpPr>
          <p:grpSpPr>
            <a:xfrm>
              <a:off x="-1544370" y="1063795"/>
              <a:ext cx="2156910" cy="506908"/>
              <a:chOff x="4891825" y="3495059"/>
              <a:chExt cx="1351193" cy="317552"/>
            </a:xfrm>
          </p:grpSpPr>
          <p:sp>
            <p:nvSpPr>
              <p:cNvPr id="1005" name="Google Shape;1005;p1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1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1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1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1" name="Google Shape;1011;p17"/>
            <p:cNvGrpSpPr/>
            <p:nvPr/>
          </p:nvGrpSpPr>
          <p:grpSpPr>
            <a:xfrm flipH="1">
              <a:off x="841978" y="4702860"/>
              <a:ext cx="619332" cy="1338013"/>
              <a:chOff x="6850421" y="775628"/>
              <a:chExt cx="398541" cy="861012"/>
            </a:xfrm>
          </p:grpSpPr>
          <p:sp>
            <p:nvSpPr>
              <p:cNvPr id="1012" name="Google Shape;1012;p1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1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1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5" name="Google Shape;1015;p1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6" name="Google Shape;1016;p17"/>
          <p:cNvSpPr txBox="1">
            <a:spLocks noGrp="1"/>
          </p:cNvSpPr>
          <p:nvPr>
            <p:ph type="subTitle" idx="1"/>
          </p:nvPr>
        </p:nvSpPr>
        <p:spPr>
          <a:xfrm>
            <a:off x="484837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7" name="Google Shape;1017;p17"/>
          <p:cNvSpPr txBox="1">
            <a:spLocks noGrp="1"/>
          </p:cNvSpPr>
          <p:nvPr>
            <p:ph type="subTitle" idx="2"/>
          </p:nvPr>
        </p:nvSpPr>
        <p:spPr>
          <a:xfrm>
            <a:off x="713325" y="2187433"/>
            <a:ext cx="3582300" cy="27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672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1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18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021" name="Google Shape;1021;p18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5" name="Google Shape;1025;p18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026" name="Google Shape;1026;p18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027" name="Google Shape;1027;p18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028" name="Google Shape;1028;p18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029" name="Google Shape;1029;p1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1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1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18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033" name="Google Shape;1033;p18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18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5" name="Google Shape;1035;p18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036" name="Google Shape;1036;p1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1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1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1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1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2" name="Google Shape;1042;p18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043" name="Google Shape;1043;p1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5" name="Google Shape;1045;p18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046" name="Google Shape;1046;p18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047" name="Google Shape;1047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8" name="Google Shape;1048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49" name="Google Shape;1049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50" name="Google Shape;1050;p18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051" name="Google Shape;105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18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062" name="Google Shape;1062;p18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063" name="Google Shape;1063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5" name="Google Shape;1065;p18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066" name="Google Shape;1066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8" name="Google Shape;1068;p18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069" name="Google Shape;1069;p18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8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8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072" name="Google Shape;1072;p1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3" name="Google Shape;1073;p1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074" name="Google Shape;1074;p1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075" name="Google Shape;1075;p18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86" name="Google Shape;1086;p18"/>
          <p:cNvSpPr txBox="1">
            <a:spLocks noGrp="1"/>
          </p:cNvSpPr>
          <p:nvPr>
            <p:ph type="title"/>
          </p:nvPr>
        </p:nvSpPr>
        <p:spPr>
          <a:xfrm>
            <a:off x="720000" y="2378867"/>
            <a:ext cx="3852000" cy="8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7" name="Google Shape;1087;p18"/>
          <p:cNvSpPr txBox="1">
            <a:spLocks noGrp="1"/>
          </p:cNvSpPr>
          <p:nvPr>
            <p:ph type="subTitle" idx="1"/>
          </p:nvPr>
        </p:nvSpPr>
        <p:spPr>
          <a:xfrm>
            <a:off x="720000" y="3265933"/>
            <a:ext cx="3852000" cy="15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8335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p19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1" name="Google Shape;1091;p19"/>
          <p:cNvSpPr txBox="1">
            <a:spLocks noGrp="1"/>
          </p:cNvSpPr>
          <p:nvPr>
            <p:ph type="body" idx="1"/>
          </p:nvPr>
        </p:nvSpPr>
        <p:spPr>
          <a:xfrm>
            <a:off x="720000" y="1620992"/>
            <a:ext cx="7704000" cy="45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092" name="Google Shape;1092;p19"/>
          <p:cNvGrpSpPr/>
          <p:nvPr/>
        </p:nvGrpSpPr>
        <p:grpSpPr>
          <a:xfrm rot="10800000">
            <a:off x="-65760" y="-80224"/>
            <a:ext cx="9879489" cy="7534459"/>
            <a:chOff x="-606129" y="-451253"/>
            <a:chExt cx="9879489" cy="5650844"/>
          </a:xfrm>
        </p:grpSpPr>
        <p:grpSp>
          <p:nvGrpSpPr>
            <p:cNvPr id="1093" name="Google Shape;1093;p19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094" name="Google Shape;1094;p19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9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6" name="Google Shape;1096;p19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097" name="Google Shape;1097;p19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098" name="Google Shape;1098;p19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19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9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01" name="Google Shape;1101;p19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102" name="Google Shape;1102;p19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19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4" name="Google Shape;1104;p19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105" name="Google Shape;1105;p19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9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19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19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19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19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1" name="Google Shape;1111;p19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112" name="Google Shape;1112;p19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19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19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5" name="Google Shape;1115;p19"/>
          <p:cNvGrpSpPr/>
          <p:nvPr/>
        </p:nvGrpSpPr>
        <p:grpSpPr>
          <a:xfrm flipH="1">
            <a:off x="-1267075" y="-1296218"/>
            <a:ext cx="11678150" cy="9538433"/>
            <a:chOff x="-1203475" y="-1124125"/>
            <a:chExt cx="11678150" cy="7153825"/>
          </a:xfrm>
        </p:grpSpPr>
        <p:sp>
          <p:nvSpPr>
            <p:cNvPr id="1116" name="Google Shape;1116;p19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22" name="Google Shape;1122;p19"/>
          <p:cNvGrpSpPr/>
          <p:nvPr/>
        </p:nvGrpSpPr>
        <p:grpSpPr>
          <a:xfrm rot="10800000">
            <a:off x="358176" y="290267"/>
            <a:ext cx="8320055" cy="6365464"/>
            <a:chOff x="473320" y="140988"/>
            <a:chExt cx="8320055" cy="4774098"/>
          </a:xfrm>
        </p:grpSpPr>
        <p:grpSp>
          <p:nvGrpSpPr>
            <p:cNvPr id="1123" name="Google Shape;1123;p19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124" name="Google Shape;1124;p19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5" name="Google Shape;1125;p19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27" name="Google Shape;1127;p19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128" name="Google Shape;1128;p19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129" name="Google Shape;1129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0" name="Google Shape;1130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1" name="Google Shape;1131;p19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132" name="Google Shape;1132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34" name="Google Shape;1134;p19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135" name="Google Shape;1135;p19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6" name="Google Shape;1136;p19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7" name="Google Shape;1137;p19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138" name="Google Shape;1138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19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19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19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19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19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8" name="Google Shape;1148;p19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149" name="Google Shape;1149;p19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0" name="Google Shape;1150;p19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51" name="Google Shape;1151;p19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52" name="Google Shape;1152;p19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153" name="Google Shape;1153;p19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19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19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4797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20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20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159" name="Google Shape;1159;p20"/>
            <p:cNvSpPr/>
            <p:nvPr/>
          </p:nvSpPr>
          <p:spPr>
            <a:xfrm rot="10800000" flipH="1">
              <a:off x="-512050" y="4114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 rot="10800000" flipH="1">
              <a:off x="-995975" y="16496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 rot="10800000" flipH="1">
              <a:off x="8886125" y="392737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 rot="10800000" flipH="1">
              <a:off x="8609550" y="3688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 rot="5400000" flipH="1">
              <a:off x="7085625" y="-4526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 rot="5400000" flipH="1">
              <a:off x="1259775" y="55337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165" name="Google Shape;1165;p20"/>
          <p:cNvGrpSpPr/>
          <p:nvPr/>
        </p:nvGrpSpPr>
        <p:grpSpPr>
          <a:xfrm>
            <a:off x="-790820" y="365121"/>
            <a:ext cx="10389925" cy="6594136"/>
            <a:chOff x="-790820" y="273841"/>
            <a:chExt cx="10389925" cy="4945602"/>
          </a:xfrm>
        </p:grpSpPr>
        <p:grpSp>
          <p:nvGrpSpPr>
            <p:cNvPr id="1166" name="Google Shape;1166;p20"/>
            <p:cNvGrpSpPr/>
            <p:nvPr/>
          </p:nvGrpSpPr>
          <p:grpSpPr>
            <a:xfrm rot="5400000" flipH="1">
              <a:off x="8563445" y="399722"/>
              <a:ext cx="1064856" cy="813093"/>
              <a:chOff x="3843246" y="357910"/>
              <a:chExt cx="667078" cy="509361"/>
            </a:xfrm>
          </p:grpSpPr>
          <p:sp>
            <p:nvSpPr>
              <p:cNvPr id="1167" name="Google Shape;1167;p20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20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20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0" name="Google Shape;1170;p20"/>
            <p:cNvGrpSpPr/>
            <p:nvPr/>
          </p:nvGrpSpPr>
          <p:grpSpPr>
            <a:xfrm rot="5400000" flipH="1">
              <a:off x="8517242" y="833873"/>
              <a:ext cx="1337026" cy="826702"/>
              <a:chOff x="3421261" y="191675"/>
              <a:chExt cx="837578" cy="517886"/>
            </a:xfrm>
          </p:grpSpPr>
          <p:sp>
            <p:nvSpPr>
              <p:cNvPr id="1171" name="Google Shape;1171;p20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20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3" name="Google Shape;1173;p20"/>
            <p:cNvGrpSpPr/>
            <p:nvPr/>
          </p:nvGrpSpPr>
          <p:grpSpPr>
            <a:xfrm rot="10800000" flipH="1">
              <a:off x="-790820" y="4712534"/>
              <a:ext cx="2156910" cy="506908"/>
              <a:chOff x="4891825" y="3495059"/>
              <a:chExt cx="1351193" cy="317552"/>
            </a:xfrm>
          </p:grpSpPr>
          <p:sp>
            <p:nvSpPr>
              <p:cNvPr id="1174" name="Google Shape;1174;p20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20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20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20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0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0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0" name="Google Shape;1180;p20"/>
            <p:cNvGrpSpPr/>
            <p:nvPr/>
          </p:nvGrpSpPr>
          <p:grpSpPr>
            <a:xfrm rot="-5400000" flipH="1">
              <a:off x="-205329" y="513976"/>
              <a:ext cx="204128" cy="1115878"/>
              <a:chOff x="6605329" y="191675"/>
              <a:chExt cx="127876" cy="699040"/>
            </a:xfrm>
          </p:grpSpPr>
          <p:sp>
            <p:nvSpPr>
              <p:cNvPr id="1181" name="Google Shape;1181;p20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0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3" name="Google Shape;1183;p20"/>
          <p:cNvGrpSpPr/>
          <p:nvPr/>
        </p:nvGrpSpPr>
        <p:grpSpPr>
          <a:xfrm>
            <a:off x="369576" y="361553"/>
            <a:ext cx="8370163" cy="6301464"/>
            <a:chOff x="369575" y="271165"/>
            <a:chExt cx="8370163" cy="4726098"/>
          </a:xfrm>
        </p:grpSpPr>
        <p:grpSp>
          <p:nvGrpSpPr>
            <p:cNvPr id="1184" name="Google Shape;1184;p20"/>
            <p:cNvGrpSpPr/>
            <p:nvPr/>
          </p:nvGrpSpPr>
          <p:grpSpPr>
            <a:xfrm rot="10800000" flipH="1">
              <a:off x="369575" y="3736113"/>
              <a:ext cx="130200" cy="126125"/>
              <a:chOff x="3935725" y="167575"/>
              <a:chExt cx="130200" cy="126125"/>
            </a:xfrm>
          </p:grpSpPr>
          <p:sp>
            <p:nvSpPr>
              <p:cNvPr id="1185" name="Google Shape;1185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6" name="Google Shape;1186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187" name="Google Shape;1187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188" name="Google Shape;1188;p20"/>
            <p:cNvGrpSpPr/>
            <p:nvPr/>
          </p:nvGrpSpPr>
          <p:grpSpPr>
            <a:xfrm rot="10800000" flipH="1">
              <a:off x="8206229" y="4878190"/>
              <a:ext cx="449076" cy="119073"/>
              <a:chOff x="7108302" y="2550931"/>
              <a:chExt cx="281323" cy="74593"/>
            </a:xfrm>
          </p:grpSpPr>
          <p:sp>
            <p:nvSpPr>
              <p:cNvPr id="1189" name="Google Shape;118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1" name="Google Shape;119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5" name="Google Shape;119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7" name="Google Shape;119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9" name="Google Shape;1199;p20"/>
            <p:cNvGrpSpPr/>
            <p:nvPr/>
          </p:nvGrpSpPr>
          <p:grpSpPr>
            <a:xfrm rot="10800000" flipH="1">
              <a:off x="2477220" y="273846"/>
              <a:ext cx="101875" cy="134875"/>
              <a:chOff x="3928495" y="333391"/>
              <a:chExt cx="101875" cy="134875"/>
            </a:xfrm>
          </p:grpSpPr>
          <p:grpSp>
            <p:nvGrpSpPr>
              <p:cNvPr id="1200" name="Google Shape;1200;p20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01" name="Google Shape;1201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20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04" name="Google Shape;1204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6" name="Google Shape;1206;p20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07" name="Google Shape;1207;p20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8" name="Google Shape;1208;p20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9" name="Google Shape;1209;p20"/>
            <p:cNvGrpSpPr/>
            <p:nvPr/>
          </p:nvGrpSpPr>
          <p:grpSpPr>
            <a:xfrm rot="10800000" flipH="1">
              <a:off x="8609538" y="4392838"/>
              <a:ext cx="130200" cy="126125"/>
              <a:chOff x="3935725" y="167575"/>
              <a:chExt cx="130200" cy="126125"/>
            </a:xfrm>
          </p:grpSpPr>
          <p:sp>
            <p:nvSpPr>
              <p:cNvPr id="1210" name="Google Shape;1210;p20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1" name="Google Shape;1211;p20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12" name="Google Shape;1212;p20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13" name="Google Shape;1213;p20"/>
            <p:cNvGrpSpPr/>
            <p:nvPr/>
          </p:nvGrpSpPr>
          <p:grpSpPr>
            <a:xfrm flipH="1">
              <a:off x="1617854" y="271165"/>
              <a:ext cx="449076" cy="119073"/>
              <a:chOff x="7108302" y="2550931"/>
              <a:chExt cx="281323" cy="74593"/>
            </a:xfrm>
          </p:grpSpPr>
          <p:sp>
            <p:nvSpPr>
              <p:cNvPr id="1214" name="Google Shape;1214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0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0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0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0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0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24" name="Google Shape;1224;p20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25" name="Google Shape;1225;p20"/>
          <p:cNvSpPr txBox="1">
            <a:spLocks noGrp="1"/>
          </p:cNvSpPr>
          <p:nvPr>
            <p:ph type="subTitle" idx="1"/>
          </p:nvPr>
        </p:nvSpPr>
        <p:spPr>
          <a:xfrm>
            <a:off x="1947450" y="2508800"/>
            <a:ext cx="52491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6" name="Google Shape;1226;p20"/>
          <p:cNvSpPr txBox="1">
            <a:spLocks noGrp="1"/>
          </p:cNvSpPr>
          <p:nvPr>
            <p:ph type="subTitle" idx="2"/>
          </p:nvPr>
        </p:nvSpPr>
        <p:spPr>
          <a:xfrm>
            <a:off x="1947450" y="4746133"/>
            <a:ext cx="5249100" cy="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7" name="Google Shape;1227;p20"/>
          <p:cNvSpPr txBox="1">
            <a:spLocks noGrp="1"/>
          </p:cNvSpPr>
          <p:nvPr>
            <p:ph type="subTitle" idx="3"/>
          </p:nvPr>
        </p:nvSpPr>
        <p:spPr>
          <a:xfrm>
            <a:off x="1947450" y="2011600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28" name="Google Shape;1228;p20"/>
          <p:cNvSpPr txBox="1">
            <a:spLocks noGrp="1"/>
          </p:cNvSpPr>
          <p:nvPr>
            <p:ph type="subTitle" idx="4"/>
          </p:nvPr>
        </p:nvSpPr>
        <p:spPr>
          <a:xfrm>
            <a:off x="1947450" y="4252933"/>
            <a:ext cx="5249100" cy="49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4486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0" name="Google Shape;1230;p21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1"/>
          <p:cNvSpPr txBox="1">
            <a:spLocks noGrp="1"/>
          </p:cNvSpPr>
          <p:nvPr>
            <p:ph type="subTitle" idx="1"/>
          </p:nvPr>
        </p:nvSpPr>
        <p:spPr>
          <a:xfrm>
            <a:off x="93770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2" name="Google Shape;1232;p21"/>
          <p:cNvSpPr txBox="1">
            <a:spLocks noGrp="1"/>
          </p:cNvSpPr>
          <p:nvPr>
            <p:ph type="subTitle" idx="2"/>
          </p:nvPr>
        </p:nvSpPr>
        <p:spPr>
          <a:xfrm>
            <a:off x="3484422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3" name="Google Shape;1233;p21"/>
          <p:cNvSpPr txBox="1">
            <a:spLocks noGrp="1"/>
          </p:cNvSpPr>
          <p:nvPr>
            <p:ph type="subTitle" idx="3"/>
          </p:nvPr>
        </p:nvSpPr>
        <p:spPr>
          <a:xfrm>
            <a:off x="6031150" y="3750773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4" name="Google Shape;1234;p21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5" name="Google Shape;1235;p21"/>
          <p:cNvSpPr txBox="1">
            <a:spLocks noGrp="1"/>
          </p:cNvSpPr>
          <p:nvPr>
            <p:ph type="subTitle" idx="4"/>
          </p:nvPr>
        </p:nvSpPr>
        <p:spPr>
          <a:xfrm>
            <a:off x="93770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6" name="Google Shape;1236;p21"/>
          <p:cNvSpPr txBox="1">
            <a:spLocks noGrp="1"/>
          </p:cNvSpPr>
          <p:nvPr>
            <p:ph type="subTitle" idx="5"/>
          </p:nvPr>
        </p:nvSpPr>
        <p:spPr>
          <a:xfrm>
            <a:off x="3484422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7" name="Google Shape;1237;p21"/>
          <p:cNvSpPr txBox="1">
            <a:spLocks noGrp="1"/>
          </p:cNvSpPr>
          <p:nvPr>
            <p:ph type="subTitle" idx="6"/>
          </p:nvPr>
        </p:nvSpPr>
        <p:spPr>
          <a:xfrm>
            <a:off x="6031150" y="33645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238" name="Google Shape;1238;p21"/>
          <p:cNvGrpSpPr/>
          <p:nvPr/>
        </p:nvGrpSpPr>
        <p:grpSpPr>
          <a:xfrm>
            <a:off x="-606129" y="-601671"/>
            <a:ext cx="9879489" cy="7534459"/>
            <a:chOff x="-606129" y="-451253"/>
            <a:chExt cx="9879489" cy="5650844"/>
          </a:xfrm>
        </p:grpSpPr>
        <p:grpSp>
          <p:nvGrpSpPr>
            <p:cNvPr id="1239" name="Google Shape;1239;p21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240" name="Google Shape;1240;p21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1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2" name="Google Shape;1242;p21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243" name="Google Shape;1243;p21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244" name="Google Shape;1244;p21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21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21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7" name="Google Shape;1247;p21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248" name="Google Shape;1248;p21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21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50" name="Google Shape;1250;p21"/>
            <p:cNvGrpSpPr/>
            <p:nvPr/>
          </p:nvGrpSpPr>
          <p:grpSpPr>
            <a:xfrm>
              <a:off x="3493530" y="4692683"/>
              <a:ext cx="2156910" cy="506908"/>
              <a:chOff x="4891825" y="3495059"/>
              <a:chExt cx="1351193" cy="317552"/>
            </a:xfrm>
          </p:grpSpPr>
          <p:sp>
            <p:nvSpPr>
              <p:cNvPr id="1251" name="Google Shape;1251;p21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1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1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1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1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1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7" name="Google Shape;1257;p21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258" name="Google Shape;1258;p21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21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262" name="Google Shape;1262;p21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4" name="Google Shape;1264;p21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5" name="Google Shape;1265;p21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6" name="Google Shape;1266;p21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267" name="Google Shape;1267;p21"/>
            <p:cNvSpPr/>
            <p:nvPr/>
          </p:nvSpPr>
          <p:spPr>
            <a:xfrm rot="10800000">
              <a:off x="9057475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268" name="Google Shape;1268;p21"/>
          <p:cNvGrpSpPr/>
          <p:nvPr/>
        </p:nvGrpSpPr>
        <p:grpSpPr>
          <a:xfrm>
            <a:off x="473321" y="187984"/>
            <a:ext cx="8320055" cy="6365464"/>
            <a:chOff x="473320" y="140988"/>
            <a:chExt cx="8320055" cy="4774098"/>
          </a:xfrm>
        </p:grpSpPr>
        <p:grpSp>
          <p:nvGrpSpPr>
            <p:cNvPr id="1269" name="Google Shape;1269;p21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270" name="Google Shape;1270;p21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1" name="Google Shape;1271;p21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72" name="Google Shape;1272;p21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73" name="Google Shape;1273;p21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274" name="Google Shape;1274;p21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275" name="Google Shape;1275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6" name="Google Shape;1276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77" name="Google Shape;1277;p21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278" name="Google Shape;1278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80" name="Google Shape;1280;p21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281" name="Google Shape;1281;p21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2" name="Google Shape;1282;p21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83" name="Google Shape;1283;p21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284" name="Google Shape;1284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1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1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1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1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1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4" name="Google Shape;1294;p21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295" name="Google Shape;1295;p21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6" name="Google Shape;1296;p21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297" name="Google Shape;1297;p21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298" name="Google Shape;1298;p21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299" name="Google Shape;1299;p21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21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1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9330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22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22"/>
          <p:cNvSpPr txBox="1">
            <a:spLocks noGrp="1"/>
          </p:cNvSpPr>
          <p:nvPr>
            <p:ph type="subTitle" idx="1"/>
          </p:nvPr>
        </p:nvSpPr>
        <p:spPr>
          <a:xfrm>
            <a:off x="93770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5" name="Google Shape;1305;p22"/>
          <p:cNvSpPr txBox="1">
            <a:spLocks noGrp="1"/>
          </p:cNvSpPr>
          <p:nvPr>
            <p:ph type="subTitle" idx="2"/>
          </p:nvPr>
        </p:nvSpPr>
        <p:spPr>
          <a:xfrm>
            <a:off x="3484422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6" name="Google Shape;1306;p22"/>
          <p:cNvSpPr txBox="1">
            <a:spLocks noGrp="1"/>
          </p:cNvSpPr>
          <p:nvPr>
            <p:ph type="subTitle" idx="3"/>
          </p:nvPr>
        </p:nvSpPr>
        <p:spPr>
          <a:xfrm>
            <a:off x="6031150" y="4528731"/>
            <a:ext cx="2175300" cy="1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7" name="Google Shape;1307;p2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8" name="Google Shape;1308;p22"/>
          <p:cNvSpPr txBox="1">
            <a:spLocks noGrp="1"/>
          </p:cNvSpPr>
          <p:nvPr>
            <p:ph type="subTitle" idx="4"/>
          </p:nvPr>
        </p:nvSpPr>
        <p:spPr>
          <a:xfrm>
            <a:off x="93770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9" name="Google Shape;1309;p22"/>
          <p:cNvSpPr txBox="1">
            <a:spLocks noGrp="1"/>
          </p:cNvSpPr>
          <p:nvPr>
            <p:ph type="subTitle" idx="5"/>
          </p:nvPr>
        </p:nvSpPr>
        <p:spPr>
          <a:xfrm>
            <a:off x="3484422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0" name="Google Shape;1310;p22"/>
          <p:cNvSpPr txBox="1">
            <a:spLocks noGrp="1"/>
          </p:cNvSpPr>
          <p:nvPr>
            <p:ph type="subTitle" idx="6"/>
          </p:nvPr>
        </p:nvSpPr>
        <p:spPr>
          <a:xfrm>
            <a:off x="6031150" y="4114667"/>
            <a:ext cx="2175300" cy="52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311" name="Google Shape;1311;p22"/>
          <p:cNvGrpSpPr/>
          <p:nvPr/>
        </p:nvGrpSpPr>
        <p:grpSpPr>
          <a:xfrm rot="10800000" flipH="1">
            <a:off x="-1203475" y="-1296218"/>
            <a:ext cx="11678150" cy="9538433"/>
            <a:chOff x="-1203475" y="-1124125"/>
            <a:chExt cx="11678150" cy="7153825"/>
          </a:xfrm>
        </p:grpSpPr>
        <p:sp>
          <p:nvSpPr>
            <p:cNvPr id="1312" name="Google Shape;1312;p22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3" name="Google Shape;1313;p22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4" name="Google Shape;1314;p22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5" name="Google Shape;1315;p22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6" name="Google Shape;1316;p22"/>
            <p:cNvSpPr/>
            <p:nvPr/>
          </p:nvSpPr>
          <p:spPr>
            <a:xfrm rot="10800000">
              <a:off x="8573550" y="36697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317" name="Google Shape;1317;p22"/>
            <p:cNvSpPr/>
            <p:nvPr/>
          </p:nvSpPr>
          <p:spPr>
            <a:xfrm rot="10800000">
              <a:off x="9057475" y="34225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318" name="Google Shape;1318;p22"/>
          <p:cNvGrpSpPr/>
          <p:nvPr/>
        </p:nvGrpSpPr>
        <p:grpSpPr>
          <a:xfrm rot="10800000" flipH="1">
            <a:off x="-527805" y="-1355167"/>
            <a:ext cx="10232769" cy="8993019"/>
            <a:chOff x="-527805" y="-670853"/>
            <a:chExt cx="10232769" cy="6744764"/>
          </a:xfrm>
        </p:grpSpPr>
        <p:grpSp>
          <p:nvGrpSpPr>
            <p:cNvPr id="1319" name="Google Shape;1319;p22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320" name="Google Shape;1320;p22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6" name="Google Shape;1326;p22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327" name="Google Shape;1327;p22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9" name="Google Shape;1329;p22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330" name="Google Shape;1330;p22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22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338" name="Google Shape;1338;p22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0" name="Google Shape;1340;p22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341" name="Google Shape;1341;p22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22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345" name="Google Shape;1345;p22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8" name="Google Shape;1348;p22"/>
          <p:cNvGrpSpPr/>
          <p:nvPr/>
        </p:nvGrpSpPr>
        <p:grpSpPr>
          <a:xfrm rot="10800000" flipH="1">
            <a:off x="160162" y="260682"/>
            <a:ext cx="8848706" cy="6091917"/>
            <a:chOff x="160162" y="293088"/>
            <a:chExt cx="8848706" cy="4568938"/>
          </a:xfrm>
        </p:grpSpPr>
        <p:grpSp>
          <p:nvGrpSpPr>
            <p:cNvPr id="1349" name="Google Shape;1349;p22"/>
            <p:cNvGrpSpPr/>
            <p:nvPr/>
          </p:nvGrpSpPr>
          <p:grpSpPr>
            <a:xfrm>
              <a:off x="284763" y="3887075"/>
              <a:ext cx="130200" cy="126125"/>
              <a:chOff x="3935725" y="167575"/>
              <a:chExt cx="130200" cy="126125"/>
            </a:xfrm>
          </p:grpSpPr>
          <p:sp>
            <p:nvSpPr>
              <p:cNvPr id="1350" name="Google Shape;135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1" name="Google Shape;135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3" name="Google Shape;1353;p22"/>
            <p:cNvGrpSpPr/>
            <p:nvPr/>
          </p:nvGrpSpPr>
          <p:grpSpPr>
            <a:xfrm>
              <a:off x="2122263" y="4735900"/>
              <a:ext cx="130200" cy="126125"/>
              <a:chOff x="3935725" y="167575"/>
              <a:chExt cx="130200" cy="126125"/>
            </a:xfrm>
          </p:grpSpPr>
          <p:sp>
            <p:nvSpPr>
              <p:cNvPr id="1354" name="Google Shape;135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57" name="Google Shape;1357;p22"/>
            <p:cNvGrpSpPr/>
            <p:nvPr/>
          </p:nvGrpSpPr>
          <p:grpSpPr>
            <a:xfrm>
              <a:off x="8733395" y="4269816"/>
              <a:ext cx="101875" cy="134875"/>
              <a:chOff x="3928495" y="333391"/>
              <a:chExt cx="101875" cy="134875"/>
            </a:xfrm>
          </p:grpSpPr>
          <p:grpSp>
            <p:nvGrpSpPr>
              <p:cNvPr id="1358" name="Google Shape;1358;p22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359" name="Google Shape;1359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1" name="Google Shape;1361;p22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362" name="Google Shape;1362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4" name="Google Shape;1364;p22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365" name="Google Shape;1365;p22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22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22"/>
            <p:cNvGrpSpPr/>
            <p:nvPr/>
          </p:nvGrpSpPr>
          <p:grpSpPr>
            <a:xfrm>
              <a:off x="8559792" y="2929787"/>
              <a:ext cx="449076" cy="119073"/>
              <a:chOff x="7108302" y="2550931"/>
              <a:chExt cx="281323" cy="74593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22"/>
            <p:cNvGrpSpPr/>
            <p:nvPr/>
          </p:nvGrpSpPr>
          <p:grpSpPr>
            <a:xfrm>
              <a:off x="160162" y="1671187"/>
              <a:ext cx="445675" cy="119073"/>
              <a:chOff x="3578973" y="2550931"/>
              <a:chExt cx="279193" cy="74593"/>
            </a:xfrm>
          </p:grpSpPr>
          <p:sp>
            <p:nvSpPr>
              <p:cNvPr id="1379" name="Google Shape;1379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22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22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9" name="Google Shape;1389;p22"/>
            <p:cNvGrpSpPr/>
            <p:nvPr/>
          </p:nvGrpSpPr>
          <p:grpSpPr>
            <a:xfrm>
              <a:off x="6988075" y="293088"/>
              <a:ext cx="130200" cy="126125"/>
              <a:chOff x="3935725" y="167575"/>
              <a:chExt cx="130200" cy="126125"/>
            </a:xfrm>
          </p:grpSpPr>
          <p:sp>
            <p:nvSpPr>
              <p:cNvPr id="1390" name="Google Shape;1390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393" name="Google Shape;1393;p22"/>
            <p:cNvGrpSpPr/>
            <p:nvPr/>
          </p:nvGrpSpPr>
          <p:grpSpPr>
            <a:xfrm>
              <a:off x="317888" y="2240200"/>
              <a:ext cx="130200" cy="126125"/>
              <a:chOff x="3935725" y="167575"/>
              <a:chExt cx="130200" cy="126125"/>
            </a:xfrm>
          </p:grpSpPr>
          <p:sp>
            <p:nvSpPr>
              <p:cNvPr id="1394" name="Google Shape;1394;p22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7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23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9" name="Google Shape;1399;p23"/>
          <p:cNvGrpSpPr/>
          <p:nvPr/>
        </p:nvGrpSpPr>
        <p:grpSpPr>
          <a:xfrm>
            <a:off x="-995975" y="-1477500"/>
            <a:ext cx="11299300" cy="9871367"/>
            <a:chOff x="-995975" y="-1108125"/>
            <a:chExt cx="11299300" cy="7403525"/>
          </a:xfrm>
        </p:grpSpPr>
        <p:sp>
          <p:nvSpPr>
            <p:cNvPr id="1400" name="Google Shape;1400;p23"/>
            <p:cNvSpPr/>
            <p:nvPr/>
          </p:nvSpPr>
          <p:spPr>
            <a:xfrm>
              <a:off x="-512050" y="4669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-995975" y="49161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8886125" y="115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8609550" y="13923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4" name="Google Shape;1404;p23"/>
            <p:cNvSpPr/>
            <p:nvPr/>
          </p:nvSpPr>
          <p:spPr>
            <a:xfrm rot="5400000">
              <a:off x="7085625" y="55337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05" name="Google Shape;1405;p23"/>
            <p:cNvSpPr/>
            <p:nvPr/>
          </p:nvSpPr>
          <p:spPr>
            <a:xfrm rot="5400000">
              <a:off x="1259775" y="-452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06" name="Google Shape;1406;p23"/>
          <p:cNvGrpSpPr/>
          <p:nvPr/>
        </p:nvGrpSpPr>
        <p:grpSpPr>
          <a:xfrm>
            <a:off x="-790820" y="-42889"/>
            <a:ext cx="10389925" cy="6594136"/>
            <a:chOff x="-790820" y="-32167"/>
            <a:chExt cx="10389925" cy="4945602"/>
          </a:xfrm>
        </p:grpSpPr>
        <p:grpSp>
          <p:nvGrpSpPr>
            <p:cNvPr id="1407" name="Google Shape;1407;p23"/>
            <p:cNvGrpSpPr/>
            <p:nvPr/>
          </p:nvGrpSpPr>
          <p:grpSpPr>
            <a:xfrm rot="5400000">
              <a:off x="8563445" y="3974459"/>
              <a:ext cx="1064856" cy="813093"/>
              <a:chOff x="3843246" y="357910"/>
              <a:chExt cx="667078" cy="509361"/>
            </a:xfrm>
          </p:grpSpPr>
          <p:sp>
            <p:nvSpPr>
              <p:cNvPr id="1408" name="Google Shape;1408;p23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3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3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23"/>
            <p:cNvGrpSpPr/>
            <p:nvPr/>
          </p:nvGrpSpPr>
          <p:grpSpPr>
            <a:xfrm rot="5400000">
              <a:off x="8517242" y="3526701"/>
              <a:ext cx="1337026" cy="826702"/>
              <a:chOff x="3421261" y="191675"/>
              <a:chExt cx="837578" cy="517886"/>
            </a:xfrm>
          </p:grpSpPr>
          <p:sp>
            <p:nvSpPr>
              <p:cNvPr id="1412" name="Google Shape;1412;p23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3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4" name="Google Shape;1414;p23"/>
            <p:cNvGrpSpPr/>
            <p:nvPr/>
          </p:nvGrpSpPr>
          <p:grpSpPr>
            <a:xfrm>
              <a:off x="-790820" y="-32167"/>
              <a:ext cx="2156910" cy="506908"/>
              <a:chOff x="4891825" y="3495059"/>
              <a:chExt cx="1351193" cy="317552"/>
            </a:xfrm>
          </p:grpSpPr>
          <p:sp>
            <p:nvSpPr>
              <p:cNvPr id="1415" name="Google Shape;1415;p23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1" name="Google Shape;1421;p23"/>
            <p:cNvGrpSpPr/>
            <p:nvPr/>
          </p:nvGrpSpPr>
          <p:grpSpPr>
            <a:xfrm rot="-5400000">
              <a:off x="-205329" y="3557422"/>
              <a:ext cx="204128" cy="1115878"/>
              <a:chOff x="6605329" y="191675"/>
              <a:chExt cx="127876" cy="699040"/>
            </a:xfrm>
          </p:grpSpPr>
          <p:sp>
            <p:nvSpPr>
              <p:cNvPr id="1422" name="Google Shape;1422;p23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23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4" name="Google Shape;1424;p23"/>
          <p:cNvGrpSpPr/>
          <p:nvPr/>
        </p:nvGrpSpPr>
        <p:grpSpPr>
          <a:xfrm>
            <a:off x="369576" y="253349"/>
            <a:ext cx="8370163" cy="6301464"/>
            <a:chOff x="369575" y="190012"/>
            <a:chExt cx="8370163" cy="4726098"/>
          </a:xfrm>
        </p:grpSpPr>
        <p:grpSp>
          <p:nvGrpSpPr>
            <p:cNvPr id="1425" name="Google Shape;1425;p23"/>
            <p:cNvGrpSpPr/>
            <p:nvPr/>
          </p:nvGrpSpPr>
          <p:grpSpPr>
            <a:xfrm>
              <a:off x="369575" y="1325038"/>
              <a:ext cx="130200" cy="126125"/>
              <a:chOff x="3935725" y="167575"/>
              <a:chExt cx="130200" cy="126125"/>
            </a:xfrm>
          </p:grpSpPr>
          <p:sp>
            <p:nvSpPr>
              <p:cNvPr id="1426" name="Google Shape;1426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7" name="Google Shape;1427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28" name="Google Shape;1428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29" name="Google Shape;1429;p23"/>
            <p:cNvGrpSpPr/>
            <p:nvPr/>
          </p:nvGrpSpPr>
          <p:grpSpPr>
            <a:xfrm>
              <a:off x="8206229" y="190012"/>
              <a:ext cx="449076" cy="119073"/>
              <a:chOff x="7108302" y="2550931"/>
              <a:chExt cx="281323" cy="74593"/>
            </a:xfrm>
          </p:grpSpPr>
          <p:sp>
            <p:nvSpPr>
              <p:cNvPr id="1430" name="Google Shape;143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3"/>
            <p:cNvGrpSpPr/>
            <p:nvPr/>
          </p:nvGrpSpPr>
          <p:grpSpPr>
            <a:xfrm>
              <a:off x="2477220" y="4778554"/>
              <a:ext cx="101875" cy="134875"/>
              <a:chOff x="3928495" y="333391"/>
              <a:chExt cx="101875" cy="134875"/>
            </a:xfrm>
          </p:grpSpPr>
          <p:grpSp>
            <p:nvGrpSpPr>
              <p:cNvPr id="1441" name="Google Shape;1441;p23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42" name="Google Shape;1442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4" name="Google Shape;1444;p23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45" name="Google Shape;1445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6" name="Google Shape;1446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7" name="Google Shape;1447;p23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48" name="Google Shape;1448;p23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9" name="Google Shape;1449;p23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50" name="Google Shape;1450;p23"/>
            <p:cNvGrpSpPr/>
            <p:nvPr/>
          </p:nvGrpSpPr>
          <p:grpSpPr>
            <a:xfrm>
              <a:off x="8609538" y="668313"/>
              <a:ext cx="130200" cy="126125"/>
              <a:chOff x="3935725" y="167575"/>
              <a:chExt cx="130200" cy="126125"/>
            </a:xfrm>
          </p:grpSpPr>
          <p:sp>
            <p:nvSpPr>
              <p:cNvPr id="1451" name="Google Shape;1451;p23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2" name="Google Shape;1452;p23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53" name="Google Shape;1453;p23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54" name="Google Shape;1454;p23"/>
            <p:cNvGrpSpPr/>
            <p:nvPr/>
          </p:nvGrpSpPr>
          <p:grpSpPr>
            <a:xfrm rot="10800000">
              <a:off x="1617854" y="4797037"/>
              <a:ext cx="449076" cy="119073"/>
              <a:chOff x="7108302" y="2550931"/>
              <a:chExt cx="281323" cy="74593"/>
            </a:xfrm>
          </p:grpSpPr>
          <p:sp>
            <p:nvSpPr>
              <p:cNvPr id="1455" name="Google Shape;1455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8" name="Google Shape;1458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3"/>
              <p:cNvSpPr/>
              <p:nvPr/>
            </p:nvSpPr>
            <p:spPr>
              <a:xfrm>
                <a:off x="7347000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3"/>
              <p:cNvSpPr/>
              <p:nvPr/>
            </p:nvSpPr>
            <p:spPr>
              <a:xfrm>
                <a:off x="7285195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21" y="32"/>
                    </a:moveTo>
                    <a:lnTo>
                      <a:pt x="7" y="17"/>
                    </a:lnTo>
                    <a:lnTo>
                      <a:pt x="21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1" y="32"/>
                    </a:lnTo>
                    <a:lnTo>
                      <a:pt x="21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3"/>
              <p:cNvSpPr/>
              <p:nvPr/>
            </p:nvSpPr>
            <p:spPr>
              <a:xfrm>
                <a:off x="7227651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3"/>
              <p:cNvSpPr/>
              <p:nvPr/>
            </p:nvSpPr>
            <p:spPr>
              <a:xfrm>
                <a:off x="717010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5" y="17"/>
                    </a:lnTo>
                    <a:lnTo>
                      <a:pt x="20" y="3"/>
                    </a:lnTo>
                    <a:lnTo>
                      <a:pt x="16" y="0"/>
                    </a:lnTo>
                    <a:lnTo>
                      <a:pt x="0" y="17"/>
                    </a:lnTo>
                    <a:lnTo>
                      <a:pt x="16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3"/>
              <p:cNvSpPr/>
              <p:nvPr/>
            </p:nvSpPr>
            <p:spPr>
              <a:xfrm>
                <a:off x="7108302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8" y="0"/>
                    </a:lnTo>
                    <a:lnTo>
                      <a:pt x="0" y="17"/>
                    </a:lnTo>
                    <a:lnTo>
                      <a:pt x="18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5" name="Google Shape;1465;p2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66" name="Google Shape;1466;p23"/>
          <p:cNvSpPr txBox="1">
            <a:spLocks noGrp="1"/>
          </p:cNvSpPr>
          <p:nvPr>
            <p:ph type="subTitle" idx="1"/>
          </p:nvPr>
        </p:nvSpPr>
        <p:spPr>
          <a:xfrm>
            <a:off x="1835650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7" name="Google Shape;1467;p23"/>
          <p:cNvSpPr txBox="1">
            <a:spLocks noGrp="1"/>
          </p:cNvSpPr>
          <p:nvPr>
            <p:ph type="subTitle" idx="2"/>
          </p:nvPr>
        </p:nvSpPr>
        <p:spPr>
          <a:xfrm>
            <a:off x="5229888" y="2779557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8" name="Google Shape;1468;p23"/>
          <p:cNvSpPr txBox="1">
            <a:spLocks noGrp="1"/>
          </p:cNvSpPr>
          <p:nvPr>
            <p:ph type="subTitle" idx="3"/>
          </p:nvPr>
        </p:nvSpPr>
        <p:spPr>
          <a:xfrm>
            <a:off x="1835650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9" name="Google Shape;1469;p23"/>
          <p:cNvSpPr txBox="1">
            <a:spLocks noGrp="1"/>
          </p:cNvSpPr>
          <p:nvPr>
            <p:ph type="subTitle" idx="4"/>
          </p:nvPr>
        </p:nvSpPr>
        <p:spPr>
          <a:xfrm>
            <a:off x="5229888" y="4690764"/>
            <a:ext cx="207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0" name="Google Shape;1470;p23"/>
          <p:cNvSpPr txBox="1">
            <a:spLocks noGrp="1"/>
          </p:cNvSpPr>
          <p:nvPr>
            <p:ph type="subTitle" idx="5"/>
          </p:nvPr>
        </p:nvSpPr>
        <p:spPr>
          <a:xfrm>
            <a:off x="1835650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1" name="Google Shape;1471;p23"/>
          <p:cNvSpPr txBox="1">
            <a:spLocks noGrp="1"/>
          </p:cNvSpPr>
          <p:nvPr>
            <p:ph type="subTitle" idx="6"/>
          </p:nvPr>
        </p:nvSpPr>
        <p:spPr>
          <a:xfrm>
            <a:off x="5229885" y="2371633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2" name="Google Shape;1472;p23"/>
          <p:cNvSpPr txBox="1">
            <a:spLocks noGrp="1"/>
          </p:cNvSpPr>
          <p:nvPr>
            <p:ph type="subTitle" idx="7"/>
          </p:nvPr>
        </p:nvSpPr>
        <p:spPr>
          <a:xfrm>
            <a:off x="1835650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3" name="Google Shape;1473;p23"/>
          <p:cNvSpPr txBox="1">
            <a:spLocks noGrp="1"/>
          </p:cNvSpPr>
          <p:nvPr>
            <p:ph type="subTitle" idx="8"/>
          </p:nvPr>
        </p:nvSpPr>
        <p:spPr>
          <a:xfrm>
            <a:off x="5229885" y="4282907"/>
            <a:ext cx="2078400" cy="54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2746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24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6" name="Google Shape;1476;p24"/>
          <p:cNvGrpSpPr/>
          <p:nvPr/>
        </p:nvGrpSpPr>
        <p:grpSpPr>
          <a:xfrm>
            <a:off x="-1136495" y="-1296233"/>
            <a:ext cx="11393100" cy="8878933"/>
            <a:chOff x="-1136495" y="-972175"/>
            <a:chExt cx="11393100" cy="6659200"/>
          </a:xfrm>
        </p:grpSpPr>
        <p:sp>
          <p:nvSpPr>
            <p:cNvPr id="1477" name="Google Shape;1477;p24"/>
            <p:cNvSpPr/>
            <p:nvPr/>
          </p:nvSpPr>
          <p:spPr>
            <a:xfrm>
              <a:off x="-652570" y="1017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-1136495" y="126416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79" name="Google Shape;1479;p24"/>
            <p:cNvSpPr/>
            <p:nvPr/>
          </p:nvSpPr>
          <p:spPr>
            <a:xfrm rot="5400000">
              <a:off x="-20194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0" name="Google Shape;1480;p24"/>
            <p:cNvSpPr/>
            <p:nvPr/>
          </p:nvSpPr>
          <p:spPr>
            <a:xfrm rot="5400000">
              <a:off x="7389680" y="-3166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1" name="Google Shape;1481;p24"/>
            <p:cNvSpPr/>
            <p:nvPr/>
          </p:nvSpPr>
          <p:spPr>
            <a:xfrm rot="10800000">
              <a:off x="8574155" y="41636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482" name="Google Shape;1482;p24"/>
            <p:cNvSpPr/>
            <p:nvPr/>
          </p:nvSpPr>
          <p:spPr>
            <a:xfrm rot="10800000">
              <a:off x="8839405" y="39172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483" name="Google Shape;1483;p24"/>
          <p:cNvGrpSpPr/>
          <p:nvPr/>
        </p:nvGrpSpPr>
        <p:grpSpPr>
          <a:xfrm>
            <a:off x="229843" y="187984"/>
            <a:ext cx="8446180" cy="6365464"/>
            <a:chOff x="229843" y="140988"/>
            <a:chExt cx="8446180" cy="4774098"/>
          </a:xfrm>
        </p:grpSpPr>
        <p:grpSp>
          <p:nvGrpSpPr>
            <p:cNvPr id="1484" name="Google Shape;1484;p24"/>
            <p:cNvGrpSpPr/>
            <p:nvPr/>
          </p:nvGrpSpPr>
          <p:grpSpPr>
            <a:xfrm flipH="1">
              <a:off x="229843" y="3401050"/>
              <a:ext cx="130200" cy="126125"/>
              <a:chOff x="3935725" y="167575"/>
              <a:chExt cx="130200" cy="126125"/>
            </a:xfrm>
          </p:grpSpPr>
          <p:sp>
            <p:nvSpPr>
              <p:cNvPr id="1485" name="Google Shape;1485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487" name="Google Shape;1487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488" name="Google Shape;1488;p24"/>
            <p:cNvGrpSpPr/>
            <p:nvPr/>
          </p:nvGrpSpPr>
          <p:grpSpPr>
            <a:xfrm flipH="1">
              <a:off x="8574148" y="663929"/>
              <a:ext cx="101875" cy="134875"/>
              <a:chOff x="3928495" y="333391"/>
              <a:chExt cx="101875" cy="134875"/>
            </a:xfrm>
          </p:grpSpPr>
          <p:grpSp>
            <p:nvGrpSpPr>
              <p:cNvPr id="1489" name="Google Shape;1489;p24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490" name="Google Shape;1490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2" name="Google Shape;1492;p24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493" name="Google Shape;1493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4" name="Google Shape;1494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95" name="Google Shape;1495;p24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496" name="Google Shape;1496;p24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24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8" name="Google Shape;1498;p24"/>
            <p:cNvGrpSpPr/>
            <p:nvPr/>
          </p:nvGrpSpPr>
          <p:grpSpPr>
            <a:xfrm flipH="1">
              <a:off x="7104967" y="4796012"/>
              <a:ext cx="445675" cy="119073"/>
              <a:chOff x="3578973" y="2550931"/>
              <a:chExt cx="279193" cy="74593"/>
            </a:xfrm>
          </p:grpSpPr>
          <p:sp>
            <p:nvSpPr>
              <p:cNvPr id="1499" name="Google Shape;1499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4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4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4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4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24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9" name="Google Shape;1509;p24"/>
            <p:cNvGrpSpPr/>
            <p:nvPr/>
          </p:nvGrpSpPr>
          <p:grpSpPr>
            <a:xfrm flipH="1">
              <a:off x="1456493" y="140988"/>
              <a:ext cx="130200" cy="126125"/>
              <a:chOff x="3935725" y="167575"/>
              <a:chExt cx="130200" cy="126125"/>
            </a:xfrm>
          </p:grpSpPr>
          <p:sp>
            <p:nvSpPr>
              <p:cNvPr id="1510" name="Google Shape;1510;p24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1" name="Google Shape;1511;p24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13" name="Google Shape;1513;p24"/>
            <p:cNvGrpSpPr/>
            <p:nvPr/>
          </p:nvGrpSpPr>
          <p:grpSpPr>
            <a:xfrm>
              <a:off x="7142571" y="234934"/>
              <a:ext cx="445675" cy="80822"/>
              <a:chOff x="6468929" y="3844579"/>
              <a:chExt cx="411329" cy="74593"/>
            </a:xfrm>
          </p:grpSpPr>
          <p:sp>
            <p:nvSpPr>
              <p:cNvPr id="1514" name="Google Shape;1514;p24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4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4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7" name="Google Shape;1517;p24"/>
          <p:cNvGrpSpPr/>
          <p:nvPr/>
        </p:nvGrpSpPr>
        <p:grpSpPr>
          <a:xfrm>
            <a:off x="-103776" y="-970404"/>
            <a:ext cx="10797489" cy="9024903"/>
            <a:chOff x="-103776" y="-727803"/>
            <a:chExt cx="10797489" cy="6768677"/>
          </a:xfrm>
        </p:grpSpPr>
        <p:grpSp>
          <p:nvGrpSpPr>
            <p:cNvPr id="1518" name="Google Shape;1518;p24"/>
            <p:cNvGrpSpPr/>
            <p:nvPr/>
          </p:nvGrpSpPr>
          <p:grpSpPr>
            <a:xfrm flipH="1">
              <a:off x="2126894" y="-727803"/>
              <a:ext cx="204128" cy="1115878"/>
              <a:chOff x="6605329" y="191675"/>
              <a:chExt cx="127876" cy="699040"/>
            </a:xfrm>
          </p:grpSpPr>
          <p:sp>
            <p:nvSpPr>
              <p:cNvPr id="1519" name="Google Shape;1519;p24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4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24"/>
            <p:cNvGrpSpPr/>
            <p:nvPr/>
          </p:nvGrpSpPr>
          <p:grpSpPr>
            <a:xfrm rot="10800000">
              <a:off x="990733" y="4963070"/>
              <a:ext cx="1493520" cy="615774"/>
              <a:chOff x="5301012" y="396272"/>
              <a:chExt cx="935614" cy="385751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24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4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4"/>
            <p:cNvGrpSpPr/>
            <p:nvPr/>
          </p:nvGrpSpPr>
          <p:grpSpPr>
            <a:xfrm flipH="1">
              <a:off x="1116604" y="4702857"/>
              <a:ext cx="1064856" cy="813093"/>
              <a:chOff x="3843246" y="357910"/>
              <a:chExt cx="667078" cy="509361"/>
            </a:xfrm>
          </p:grpSpPr>
          <p:sp>
            <p:nvSpPr>
              <p:cNvPr id="1526" name="Google Shape;1526;p24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4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4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9" name="Google Shape;1529;p24"/>
            <p:cNvGrpSpPr/>
            <p:nvPr/>
          </p:nvGrpSpPr>
          <p:grpSpPr>
            <a:xfrm flipH="1">
              <a:off x="-103776" y="-325628"/>
              <a:ext cx="1337026" cy="826702"/>
              <a:chOff x="3421261" y="191675"/>
              <a:chExt cx="837578" cy="517886"/>
            </a:xfrm>
          </p:grpSpPr>
          <p:sp>
            <p:nvSpPr>
              <p:cNvPr id="1530" name="Google Shape;1530;p24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4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2" name="Google Shape;1532;p24"/>
            <p:cNvGrpSpPr/>
            <p:nvPr/>
          </p:nvGrpSpPr>
          <p:grpSpPr>
            <a:xfrm flipH="1">
              <a:off x="8536803" y="1063795"/>
              <a:ext cx="2156910" cy="506908"/>
              <a:chOff x="4891825" y="3495059"/>
              <a:chExt cx="1351193" cy="317552"/>
            </a:xfrm>
          </p:grpSpPr>
          <p:sp>
            <p:nvSpPr>
              <p:cNvPr id="1533" name="Google Shape;1533;p24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4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4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4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4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4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9" name="Google Shape;1539;p24"/>
            <p:cNvGrpSpPr/>
            <p:nvPr/>
          </p:nvGrpSpPr>
          <p:grpSpPr>
            <a:xfrm>
              <a:off x="7688033" y="4702860"/>
              <a:ext cx="619332" cy="1338013"/>
              <a:chOff x="6850421" y="775628"/>
              <a:chExt cx="398541" cy="861012"/>
            </a:xfrm>
          </p:grpSpPr>
          <p:sp>
            <p:nvSpPr>
              <p:cNvPr id="1540" name="Google Shape;1540;p24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4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24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43" name="Google Shape;1543;p2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4" name="Google Shape;1544;p24"/>
          <p:cNvSpPr txBox="1">
            <a:spLocks noGrp="1"/>
          </p:cNvSpPr>
          <p:nvPr>
            <p:ph type="subTitle" idx="1"/>
          </p:nvPr>
        </p:nvSpPr>
        <p:spPr>
          <a:xfrm>
            <a:off x="826475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5" name="Google Shape;1545;p24"/>
          <p:cNvSpPr txBox="1">
            <a:spLocks noGrp="1"/>
          </p:cNvSpPr>
          <p:nvPr>
            <p:ph type="subTitle" idx="2"/>
          </p:nvPr>
        </p:nvSpPr>
        <p:spPr>
          <a:xfrm>
            <a:off x="3537973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6" name="Google Shape;1546;p24"/>
          <p:cNvSpPr txBox="1">
            <a:spLocks noGrp="1"/>
          </p:cNvSpPr>
          <p:nvPr>
            <p:ph type="subTitle" idx="3"/>
          </p:nvPr>
        </p:nvSpPr>
        <p:spPr>
          <a:xfrm>
            <a:off x="826475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7" name="Google Shape;1547;p24"/>
          <p:cNvSpPr txBox="1">
            <a:spLocks noGrp="1"/>
          </p:cNvSpPr>
          <p:nvPr>
            <p:ph type="subTitle" idx="4"/>
          </p:nvPr>
        </p:nvSpPr>
        <p:spPr>
          <a:xfrm>
            <a:off x="3537973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8" name="Google Shape;1548;p24"/>
          <p:cNvSpPr txBox="1">
            <a:spLocks noGrp="1"/>
          </p:cNvSpPr>
          <p:nvPr>
            <p:ph type="subTitle" idx="5"/>
          </p:nvPr>
        </p:nvSpPr>
        <p:spPr>
          <a:xfrm>
            <a:off x="6249477" y="2721037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9" name="Google Shape;1549;p24"/>
          <p:cNvSpPr txBox="1">
            <a:spLocks noGrp="1"/>
          </p:cNvSpPr>
          <p:nvPr>
            <p:ph type="subTitle" idx="6"/>
          </p:nvPr>
        </p:nvSpPr>
        <p:spPr>
          <a:xfrm>
            <a:off x="6249477" y="5038635"/>
            <a:ext cx="2067900" cy="8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0" name="Google Shape;1550;p24"/>
          <p:cNvSpPr txBox="1">
            <a:spLocks noGrp="1"/>
          </p:cNvSpPr>
          <p:nvPr>
            <p:ph type="subTitle" idx="7"/>
          </p:nvPr>
        </p:nvSpPr>
        <p:spPr>
          <a:xfrm>
            <a:off x="826475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1" name="Google Shape;1551;p24"/>
          <p:cNvSpPr txBox="1">
            <a:spLocks noGrp="1"/>
          </p:cNvSpPr>
          <p:nvPr>
            <p:ph type="subTitle" idx="8"/>
          </p:nvPr>
        </p:nvSpPr>
        <p:spPr>
          <a:xfrm>
            <a:off x="3537973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2" name="Google Shape;1552;p24"/>
          <p:cNvSpPr txBox="1">
            <a:spLocks noGrp="1"/>
          </p:cNvSpPr>
          <p:nvPr>
            <p:ph type="subTitle" idx="9"/>
          </p:nvPr>
        </p:nvSpPr>
        <p:spPr>
          <a:xfrm>
            <a:off x="826475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3" name="Google Shape;1553;p24"/>
          <p:cNvSpPr txBox="1">
            <a:spLocks noGrp="1"/>
          </p:cNvSpPr>
          <p:nvPr>
            <p:ph type="subTitle" idx="13"/>
          </p:nvPr>
        </p:nvSpPr>
        <p:spPr>
          <a:xfrm>
            <a:off x="3537973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4" name="Google Shape;1554;p24"/>
          <p:cNvSpPr txBox="1">
            <a:spLocks noGrp="1"/>
          </p:cNvSpPr>
          <p:nvPr>
            <p:ph type="subTitle" idx="14"/>
          </p:nvPr>
        </p:nvSpPr>
        <p:spPr>
          <a:xfrm>
            <a:off x="6249477" y="2341133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55" name="Google Shape;1555;p24"/>
          <p:cNvSpPr txBox="1">
            <a:spLocks noGrp="1"/>
          </p:cNvSpPr>
          <p:nvPr>
            <p:ph type="subTitle" idx="15"/>
          </p:nvPr>
        </p:nvSpPr>
        <p:spPr>
          <a:xfrm>
            <a:off x="6249477" y="4658764"/>
            <a:ext cx="20679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0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4960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25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729060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9" name="Google Shape;1559;p25"/>
          <p:cNvSpPr txBox="1">
            <a:spLocks noGrp="1"/>
          </p:cNvSpPr>
          <p:nvPr>
            <p:ph type="subTitle" idx="1"/>
          </p:nvPr>
        </p:nvSpPr>
        <p:spPr>
          <a:xfrm>
            <a:off x="2223600" y="1755364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0" name="Google Shape;1560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2677052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1" name="Google Shape;1561;p25"/>
          <p:cNvSpPr txBox="1">
            <a:spLocks noGrp="1"/>
          </p:cNvSpPr>
          <p:nvPr>
            <p:ph type="subTitle" idx="3"/>
          </p:nvPr>
        </p:nvSpPr>
        <p:spPr>
          <a:xfrm>
            <a:off x="2223600" y="3704012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62" name="Google Shape;1562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4625044"/>
            <a:ext cx="4696800" cy="102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63" name="Google Shape;1563;p25"/>
          <p:cNvSpPr txBox="1">
            <a:spLocks noGrp="1"/>
          </p:cNvSpPr>
          <p:nvPr>
            <p:ph type="subTitle" idx="5"/>
          </p:nvPr>
        </p:nvSpPr>
        <p:spPr>
          <a:xfrm>
            <a:off x="2223600" y="5653973"/>
            <a:ext cx="4696800" cy="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564" name="Google Shape;1564;p25"/>
          <p:cNvGrpSpPr/>
          <p:nvPr/>
        </p:nvGrpSpPr>
        <p:grpSpPr>
          <a:xfrm rot="10800000" flipH="1">
            <a:off x="-557079" y="-96023"/>
            <a:ext cx="9879489" cy="7643692"/>
            <a:chOff x="-606129" y="-451253"/>
            <a:chExt cx="9879489" cy="5732769"/>
          </a:xfrm>
        </p:grpSpPr>
        <p:grpSp>
          <p:nvGrpSpPr>
            <p:cNvPr id="1565" name="Google Shape;1565;p25"/>
            <p:cNvGrpSpPr/>
            <p:nvPr/>
          </p:nvGrpSpPr>
          <p:grpSpPr>
            <a:xfrm rot="-5400000">
              <a:off x="-150254" y="1671147"/>
              <a:ext cx="204128" cy="1115878"/>
              <a:chOff x="6605329" y="191675"/>
              <a:chExt cx="127876" cy="699040"/>
            </a:xfrm>
          </p:grpSpPr>
          <p:sp>
            <p:nvSpPr>
              <p:cNvPr id="1566" name="Google Shape;1566;p25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5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8" name="Google Shape;1568;p25"/>
            <p:cNvGrpSpPr/>
            <p:nvPr/>
          </p:nvGrpSpPr>
          <p:grpSpPr>
            <a:xfrm>
              <a:off x="4045668" y="-451253"/>
              <a:ext cx="1614046" cy="857229"/>
              <a:chOff x="1009718" y="191672"/>
              <a:chExt cx="1614046" cy="857229"/>
            </a:xfrm>
          </p:grpSpPr>
          <p:grpSp>
            <p:nvGrpSpPr>
              <p:cNvPr id="1569" name="Google Shape;1569;p25"/>
              <p:cNvGrpSpPr/>
              <p:nvPr/>
            </p:nvGrpSpPr>
            <p:grpSpPr>
              <a:xfrm>
                <a:off x="1558908" y="235807"/>
                <a:ext cx="1064856" cy="813093"/>
                <a:chOff x="3843246" y="357910"/>
                <a:chExt cx="667078" cy="509361"/>
              </a:xfrm>
            </p:grpSpPr>
            <p:sp>
              <p:nvSpPr>
                <p:cNvPr id="1570" name="Google Shape;1570;p25"/>
                <p:cNvSpPr/>
                <p:nvPr/>
              </p:nvSpPr>
              <p:spPr>
                <a:xfrm>
                  <a:off x="3870952" y="385616"/>
                  <a:ext cx="626584" cy="47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" h="221" extrusionOk="0">
                      <a:moveTo>
                        <a:pt x="290" y="0"/>
                      </a:moveTo>
                      <a:lnTo>
                        <a:pt x="290" y="78"/>
                      </a:lnTo>
                      <a:lnTo>
                        <a:pt x="151" y="217"/>
                      </a:lnTo>
                      <a:lnTo>
                        <a:pt x="0" y="217"/>
                      </a:lnTo>
                      <a:lnTo>
                        <a:pt x="0" y="221"/>
                      </a:lnTo>
                      <a:lnTo>
                        <a:pt x="153" y="221"/>
                      </a:lnTo>
                      <a:lnTo>
                        <a:pt x="294" y="80"/>
                      </a:lnTo>
                      <a:lnTo>
                        <a:pt x="294" y="0"/>
                      </a:lnTo>
                      <a:lnTo>
                        <a:pt x="290" y="0"/>
                      </a:lnTo>
                      <a:lnTo>
                        <a:pt x="2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25"/>
                <p:cNvSpPr/>
                <p:nvPr/>
              </p:nvSpPr>
              <p:spPr>
                <a:xfrm>
                  <a:off x="3843246" y="835302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2" name="Google Shape;1572;p25"/>
                <p:cNvSpPr/>
                <p:nvPr/>
              </p:nvSpPr>
              <p:spPr>
                <a:xfrm>
                  <a:off x="4478354" y="357910"/>
                  <a:ext cx="31969" cy="31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9"/>
                        <a:pt x="9" y="10"/>
                        <a:pt x="7" y="10"/>
                      </a:cubicBezTo>
                      <a:cubicBezTo>
                        <a:pt x="5" y="10"/>
                        <a:pt x="4" y="9"/>
                        <a:pt x="4" y="7"/>
                      </a:cubicBezTo>
                      <a:cubicBezTo>
                        <a:pt x="4" y="6"/>
                        <a:pt x="5" y="4"/>
                        <a:pt x="7" y="4"/>
                      </a:cubicBezTo>
                      <a:cubicBezTo>
                        <a:pt x="9" y="4"/>
                        <a:pt x="10" y="6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73" name="Google Shape;1573;p25"/>
              <p:cNvGrpSpPr/>
              <p:nvPr/>
            </p:nvGrpSpPr>
            <p:grpSpPr>
              <a:xfrm>
                <a:off x="1009718" y="191672"/>
                <a:ext cx="1337026" cy="826702"/>
                <a:chOff x="3421261" y="191675"/>
                <a:chExt cx="837578" cy="517886"/>
              </a:xfrm>
            </p:grpSpPr>
            <p:sp>
              <p:nvSpPr>
                <p:cNvPr id="1574" name="Google Shape;1574;p25"/>
                <p:cNvSpPr/>
                <p:nvPr/>
              </p:nvSpPr>
              <p:spPr>
                <a:xfrm>
                  <a:off x="3421261" y="679724"/>
                  <a:ext cx="31969" cy="2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" h="14" extrusionOk="0">
                      <a:moveTo>
                        <a:pt x="12" y="7"/>
                      </a:moveTo>
                      <a:cubicBezTo>
                        <a:pt x="10" y="7"/>
                        <a:pt x="10" y="7"/>
                        <a:pt x="10" y="7"/>
                      </a:cubicBezTo>
                      <a:cubicBezTo>
                        <a:pt x="10" y="8"/>
                        <a:pt x="9" y="10"/>
                        <a:pt x="7" y="10"/>
                      </a:cubicBezTo>
                      <a:cubicBezTo>
                        <a:pt x="5" y="10"/>
                        <a:pt x="4" y="8"/>
                        <a:pt x="4" y="7"/>
                      </a:cubicBezTo>
                      <a:cubicBezTo>
                        <a:pt x="4" y="5"/>
                        <a:pt x="5" y="4"/>
                        <a:pt x="7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4" y="7"/>
                        <a:pt x="14" y="7"/>
                      </a:cubicBezTo>
                      <a:cubicBezTo>
                        <a:pt x="14" y="3"/>
                        <a:pt x="11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1"/>
                        <a:pt x="3" y="14"/>
                        <a:pt x="7" y="14"/>
                      </a:cubicBezTo>
                      <a:cubicBezTo>
                        <a:pt x="11" y="14"/>
                        <a:pt x="14" y="11"/>
                        <a:pt x="14" y="7"/>
                      </a:cubicBezTo>
                      <a:lnTo>
                        <a:pt x="12" y="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5" name="Google Shape;1575;p25"/>
                <p:cNvSpPr/>
                <p:nvPr/>
              </p:nvSpPr>
              <p:spPr>
                <a:xfrm>
                  <a:off x="3442573" y="191675"/>
                  <a:ext cx="816266" cy="498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234" extrusionOk="0">
                      <a:moveTo>
                        <a:pt x="379" y="0"/>
                      </a:moveTo>
                      <a:lnTo>
                        <a:pt x="379" y="106"/>
                      </a:lnTo>
                      <a:lnTo>
                        <a:pt x="301" y="185"/>
                      </a:lnTo>
                      <a:lnTo>
                        <a:pt x="46" y="185"/>
                      </a:lnTo>
                      <a:lnTo>
                        <a:pt x="0" y="231"/>
                      </a:lnTo>
                      <a:lnTo>
                        <a:pt x="3" y="234"/>
                      </a:lnTo>
                      <a:lnTo>
                        <a:pt x="47" y="190"/>
                      </a:lnTo>
                      <a:lnTo>
                        <a:pt x="302" y="190"/>
                      </a:lnTo>
                      <a:lnTo>
                        <a:pt x="383" y="108"/>
                      </a:lnTo>
                      <a:lnTo>
                        <a:pt x="383" y="0"/>
                      </a:lnTo>
                      <a:lnTo>
                        <a:pt x="379" y="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6" name="Google Shape;1576;p25"/>
            <p:cNvGrpSpPr/>
            <p:nvPr/>
          </p:nvGrpSpPr>
          <p:grpSpPr>
            <a:xfrm>
              <a:off x="3493530" y="4774608"/>
              <a:ext cx="2156910" cy="506908"/>
              <a:chOff x="4891825" y="3546381"/>
              <a:chExt cx="1351193" cy="317552"/>
            </a:xfrm>
          </p:grpSpPr>
          <p:sp>
            <p:nvSpPr>
              <p:cNvPr id="1577" name="Google Shape;1577;p25"/>
              <p:cNvSpPr/>
              <p:nvPr/>
            </p:nvSpPr>
            <p:spPr>
              <a:xfrm>
                <a:off x="6208918" y="37573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5"/>
              <p:cNvSpPr/>
              <p:nvPr/>
            </p:nvSpPr>
            <p:spPr>
              <a:xfrm>
                <a:off x="4891825" y="3635897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5"/>
              <p:cNvSpPr/>
              <p:nvPr/>
            </p:nvSpPr>
            <p:spPr>
              <a:xfrm>
                <a:off x="4917389" y="3646549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5"/>
              <p:cNvSpPr/>
              <p:nvPr/>
            </p:nvSpPr>
            <p:spPr>
              <a:xfrm>
                <a:off x="5933990" y="3768028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5"/>
              <p:cNvSpPr/>
              <p:nvPr/>
            </p:nvSpPr>
            <p:spPr>
              <a:xfrm>
                <a:off x="5286094" y="3546381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5"/>
              <p:cNvSpPr/>
              <p:nvPr/>
            </p:nvSpPr>
            <p:spPr>
              <a:xfrm>
                <a:off x="5311668" y="3559168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3" name="Google Shape;1583;p25"/>
            <p:cNvGrpSpPr/>
            <p:nvPr/>
          </p:nvGrpSpPr>
          <p:grpSpPr>
            <a:xfrm>
              <a:off x="8654028" y="-358165"/>
              <a:ext cx="619332" cy="1338013"/>
              <a:chOff x="6850421" y="775628"/>
              <a:chExt cx="398541" cy="861012"/>
            </a:xfrm>
          </p:grpSpPr>
          <p:sp>
            <p:nvSpPr>
              <p:cNvPr id="1584" name="Google Shape;1584;p25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5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5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7" name="Google Shape;1587;p25"/>
          <p:cNvGrpSpPr/>
          <p:nvPr/>
        </p:nvGrpSpPr>
        <p:grpSpPr>
          <a:xfrm>
            <a:off x="-1154425" y="-1296218"/>
            <a:ext cx="11453925" cy="9538433"/>
            <a:chOff x="-1203475" y="-1124125"/>
            <a:chExt cx="11453925" cy="7153825"/>
          </a:xfrm>
        </p:grpSpPr>
        <p:sp>
          <p:nvSpPr>
            <p:cNvPr id="1588" name="Google Shape;1588;p25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 rot="5400000">
              <a:off x="-314675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 rot="5400000">
              <a:off x="5531450" y="-4686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 rot="10800000">
              <a:off x="8573550" y="16936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 rot="10800000">
              <a:off x="8833250" y="14464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594" name="Google Shape;1594;p25"/>
          <p:cNvGrpSpPr/>
          <p:nvPr/>
        </p:nvGrpSpPr>
        <p:grpSpPr>
          <a:xfrm rot="10800000" flipH="1">
            <a:off x="522371" y="392549"/>
            <a:ext cx="8320055" cy="6365464"/>
            <a:chOff x="473320" y="140988"/>
            <a:chExt cx="8320055" cy="4774098"/>
          </a:xfrm>
        </p:grpSpPr>
        <p:grpSp>
          <p:nvGrpSpPr>
            <p:cNvPr id="1595" name="Google Shape;1595;p25"/>
            <p:cNvGrpSpPr/>
            <p:nvPr/>
          </p:nvGrpSpPr>
          <p:grpSpPr>
            <a:xfrm>
              <a:off x="8663175" y="4220925"/>
              <a:ext cx="130200" cy="126125"/>
              <a:chOff x="3809600" y="987450"/>
              <a:chExt cx="130200" cy="126125"/>
            </a:xfrm>
          </p:grpSpPr>
          <p:sp>
            <p:nvSpPr>
              <p:cNvPr id="1596" name="Google Shape;1596;p25"/>
              <p:cNvSpPr/>
              <p:nvPr/>
            </p:nvSpPr>
            <p:spPr>
              <a:xfrm>
                <a:off x="3809600" y="987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7" name="Google Shape;1597;p25"/>
              <p:cNvSpPr/>
              <p:nvPr/>
            </p:nvSpPr>
            <p:spPr>
              <a:xfrm>
                <a:off x="3874700" y="1021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598" name="Google Shape;1598;p25"/>
              <p:cNvSpPr/>
              <p:nvPr/>
            </p:nvSpPr>
            <p:spPr>
              <a:xfrm>
                <a:off x="3809600" y="1057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599" name="Google Shape;1599;p25"/>
            <p:cNvGrpSpPr/>
            <p:nvPr/>
          </p:nvGrpSpPr>
          <p:grpSpPr>
            <a:xfrm>
              <a:off x="473320" y="663929"/>
              <a:ext cx="101875" cy="134875"/>
              <a:chOff x="3928495" y="333391"/>
              <a:chExt cx="101875" cy="134875"/>
            </a:xfrm>
          </p:grpSpPr>
          <p:grpSp>
            <p:nvGrpSpPr>
              <p:cNvPr id="1600" name="Google Shape;1600;p25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01" name="Google Shape;1601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3" name="Google Shape;1603;p25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04" name="Google Shape;1604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5" name="Google Shape;1605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06" name="Google Shape;1606;p25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07" name="Google Shape;1607;p25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25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9" name="Google Shape;1609;p25"/>
            <p:cNvGrpSpPr/>
            <p:nvPr/>
          </p:nvGrpSpPr>
          <p:grpSpPr>
            <a:xfrm>
              <a:off x="1598700" y="4796012"/>
              <a:ext cx="445675" cy="119073"/>
              <a:chOff x="3578973" y="2550931"/>
              <a:chExt cx="279193" cy="74593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5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5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5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5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5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0" name="Google Shape;1620;p25"/>
            <p:cNvGrpSpPr/>
            <p:nvPr/>
          </p:nvGrpSpPr>
          <p:grpSpPr>
            <a:xfrm>
              <a:off x="7562650" y="140988"/>
              <a:ext cx="130200" cy="126125"/>
              <a:chOff x="3935725" y="167575"/>
              <a:chExt cx="130200" cy="126125"/>
            </a:xfrm>
          </p:grpSpPr>
          <p:sp>
            <p:nvSpPr>
              <p:cNvPr id="1621" name="Google Shape;1621;p25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2" name="Google Shape;1622;p25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23" name="Google Shape;1623;p25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24" name="Google Shape;1624;p25"/>
            <p:cNvGrpSpPr/>
            <p:nvPr/>
          </p:nvGrpSpPr>
          <p:grpSpPr>
            <a:xfrm flipH="1">
              <a:off x="1561096" y="234934"/>
              <a:ext cx="445675" cy="80822"/>
              <a:chOff x="6468929" y="3844579"/>
              <a:chExt cx="411329" cy="74593"/>
            </a:xfrm>
          </p:grpSpPr>
          <p:sp>
            <p:nvSpPr>
              <p:cNvPr id="1625" name="Google Shape;1625;p25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5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25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89708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p26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0" name="Google Shape;1630;p26"/>
          <p:cNvGrpSpPr/>
          <p:nvPr/>
        </p:nvGrpSpPr>
        <p:grpSpPr>
          <a:xfrm>
            <a:off x="-1078950" y="-1355167"/>
            <a:ext cx="11081975" cy="8937867"/>
            <a:chOff x="-1078950" y="-1016375"/>
            <a:chExt cx="11081975" cy="6703400"/>
          </a:xfrm>
        </p:grpSpPr>
        <p:sp>
          <p:nvSpPr>
            <p:cNvPr id="1631" name="Google Shape;1631;p26"/>
            <p:cNvSpPr/>
            <p:nvPr/>
          </p:nvSpPr>
          <p:spPr>
            <a:xfrm flipH="1">
              <a:off x="8101900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2" name="Google Shape;1632;p26"/>
            <p:cNvSpPr/>
            <p:nvPr/>
          </p:nvSpPr>
          <p:spPr>
            <a:xfrm flipH="1">
              <a:off x="858582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3" name="Google Shape;1633;p26"/>
            <p:cNvSpPr/>
            <p:nvPr/>
          </p:nvSpPr>
          <p:spPr>
            <a:xfrm rot="-5400000" flipH="1">
              <a:off x="7824125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4" name="Google Shape;1634;p26"/>
            <p:cNvSpPr/>
            <p:nvPr/>
          </p:nvSpPr>
          <p:spPr>
            <a:xfrm rot="-5400000" flipH="1">
              <a:off x="2320325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5" name="Google Shape;1635;p26"/>
            <p:cNvSpPr/>
            <p:nvPr/>
          </p:nvSpPr>
          <p:spPr>
            <a:xfrm rot="10800000" flipH="1">
              <a:off x="-595025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636" name="Google Shape;1636;p26"/>
            <p:cNvSpPr/>
            <p:nvPr/>
          </p:nvSpPr>
          <p:spPr>
            <a:xfrm rot="10800000" flipH="1">
              <a:off x="-1078950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637" name="Google Shape;1637;p26"/>
          <p:cNvGrpSpPr/>
          <p:nvPr/>
        </p:nvGrpSpPr>
        <p:grpSpPr>
          <a:xfrm>
            <a:off x="123985" y="-768504"/>
            <a:ext cx="9153370" cy="8424552"/>
            <a:chOff x="123985" y="-576378"/>
            <a:chExt cx="9153370" cy="6318414"/>
          </a:xfrm>
        </p:grpSpPr>
        <p:grpSp>
          <p:nvGrpSpPr>
            <p:cNvPr id="1638" name="Google Shape;1638;p26"/>
            <p:cNvGrpSpPr/>
            <p:nvPr/>
          </p:nvGrpSpPr>
          <p:grpSpPr>
            <a:xfrm flipH="1">
              <a:off x="123985" y="4355120"/>
              <a:ext cx="2156910" cy="506908"/>
              <a:chOff x="4891825" y="3495059"/>
              <a:chExt cx="1351193" cy="317552"/>
            </a:xfrm>
          </p:grpSpPr>
          <p:sp>
            <p:nvSpPr>
              <p:cNvPr id="1639" name="Google Shape;1639;p26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6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6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6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6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26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5" name="Google Shape;1645;p26"/>
            <p:cNvGrpSpPr/>
            <p:nvPr/>
          </p:nvGrpSpPr>
          <p:grpSpPr>
            <a:xfrm flipH="1">
              <a:off x="8182527" y="-576378"/>
              <a:ext cx="204128" cy="1115878"/>
              <a:chOff x="6605329" y="191675"/>
              <a:chExt cx="127876" cy="699040"/>
            </a:xfrm>
          </p:grpSpPr>
          <p:sp>
            <p:nvSpPr>
              <p:cNvPr id="1646" name="Google Shape;1646;p26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6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8" name="Google Shape;1648;p26"/>
            <p:cNvGrpSpPr/>
            <p:nvPr/>
          </p:nvGrpSpPr>
          <p:grpSpPr>
            <a:xfrm flipH="1">
              <a:off x="6433240" y="-158755"/>
              <a:ext cx="1493520" cy="615774"/>
              <a:chOff x="5301012" y="396272"/>
              <a:chExt cx="935614" cy="385751"/>
            </a:xfrm>
          </p:grpSpPr>
          <p:sp>
            <p:nvSpPr>
              <p:cNvPr id="1649" name="Google Shape;1649;p26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6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6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2" name="Google Shape;1652;p26"/>
            <p:cNvGrpSpPr/>
            <p:nvPr/>
          </p:nvGrpSpPr>
          <p:grpSpPr>
            <a:xfrm flipH="1">
              <a:off x="227686" y="159032"/>
              <a:ext cx="1064856" cy="813093"/>
              <a:chOff x="3843246" y="357910"/>
              <a:chExt cx="667078" cy="509361"/>
            </a:xfrm>
          </p:grpSpPr>
          <p:sp>
            <p:nvSpPr>
              <p:cNvPr id="1653" name="Google Shape;1653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6" name="Google Shape;1656;p26"/>
            <p:cNvGrpSpPr/>
            <p:nvPr/>
          </p:nvGrpSpPr>
          <p:grpSpPr>
            <a:xfrm flipH="1">
              <a:off x="695431" y="-57203"/>
              <a:ext cx="1337026" cy="826702"/>
              <a:chOff x="3421261" y="191675"/>
              <a:chExt cx="837578" cy="517886"/>
            </a:xfrm>
          </p:grpSpPr>
          <p:sp>
            <p:nvSpPr>
              <p:cNvPr id="1657" name="Google Shape;1657;p26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6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9" name="Google Shape;1659;p26"/>
            <p:cNvGrpSpPr/>
            <p:nvPr/>
          </p:nvGrpSpPr>
          <p:grpSpPr>
            <a:xfrm>
              <a:off x="7482565" y="4404023"/>
              <a:ext cx="619332" cy="1338013"/>
              <a:chOff x="6850421" y="775628"/>
              <a:chExt cx="398541" cy="861012"/>
            </a:xfrm>
          </p:grpSpPr>
          <p:sp>
            <p:nvSpPr>
              <p:cNvPr id="1660" name="Google Shape;1660;p26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26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26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3" name="Google Shape;1663;p26"/>
            <p:cNvGrpSpPr/>
            <p:nvPr/>
          </p:nvGrpSpPr>
          <p:grpSpPr>
            <a:xfrm flipH="1">
              <a:off x="8212499" y="2963157"/>
              <a:ext cx="1064856" cy="813093"/>
              <a:chOff x="3843246" y="357910"/>
              <a:chExt cx="667078" cy="509361"/>
            </a:xfrm>
          </p:grpSpPr>
          <p:sp>
            <p:nvSpPr>
              <p:cNvPr id="1664" name="Google Shape;1664;p26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6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6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7" name="Google Shape;1667;p26"/>
          <p:cNvGrpSpPr/>
          <p:nvPr/>
        </p:nvGrpSpPr>
        <p:grpSpPr>
          <a:xfrm>
            <a:off x="184256" y="390784"/>
            <a:ext cx="8814145" cy="6091917"/>
            <a:chOff x="184255" y="293088"/>
            <a:chExt cx="8814145" cy="4568938"/>
          </a:xfrm>
        </p:grpSpPr>
        <p:grpSp>
          <p:nvGrpSpPr>
            <p:cNvPr id="1668" name="Google Shape;1668;p26"/>
            <p:cNvGrpSpPr/>
            <p:nvPr/>
          </p:nvGrpSpPr>
          <p:grpSpPr>
            <a:xfrm flipH="1">
              <a:off x="7016513" y="4735900"/>
              <a:ext cx="130200" cy="126125"/>
              <a:chOff x="3935725" y="167575"/>
              <a:chExt cx="130200" cy="126125"/>
            </a:xfrm>
          </p:grpSpPr>
          <p:sp>
            <p:nvSpPr>
              <p:cNvPr id="1669" name="Google Shape;1669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0" name="Google Shape;1670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71" name="Google Shape;1671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672" name="Google Shape;1672;p26"/>
            <p:cNvGrpSpPr/>
            <p:nvPr/>
          </p:nvGrpSpPr>
          <p:grpSpPr>
            <a:xfrm flipH="1">
              <a:off x="184255" y="4235716"/>
              <a:ext cx="101875" cy="134875"/>
              <a:chOff x="3928495" y="333391"/>
              <a:chExt cx="101875" cy="134875"/>
            </a:xfrm>
          </p:grpSpPr>
          <p:grpSp>
            <p:nvGrpSpPr>
              <p:cNvPr id="1673" name="Google Shape;1673;p26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674" name="Google Shape;1674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6" name="Google Shape;1676;p26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677" name="Google Shape;1677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79" name="Google Shape;1679;p26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680" name="Google Shape;1680;p26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1681;p26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82" name="Google Shape;1682;p26"/>
            <p:cNvGrpSpPr/>
            <p:nvPr/>
          </p:nvGrpSpPr>
          <p:grpSpPr>
            <a:xfrm flipH="1">
              <a:off x="8552725" y="1443037"/>
              <a:ext cx="445675" cy="119073"/>
              <a:chOff x="3578973" y="2550931"/>
              <a:chExt cx="279193" cy="74593"/>
            </a:xfrm>
          </p:grpSpPr>
          <p:sp>
            <p:nvSpPr>
              <p:cNvPr id="1683" name="Google Shape;1683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6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6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6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6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6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3" name="Google Shape;1693;p26"/>
            <p:cNvGrpSpPr/>
            <p:nvPr/>
          </p:nvGrpSpPr>
          <p:grpSpPr>
            <a:xfrm flipH="1">
              <a:off x="2150700" y="293088"/>
              <a:ext cx="130200" cy="126125"/>
              <a:chOff x="3935725" y="167575"/>
              <a:chExt cx="130200" cy="126125"/>
            </a:xfrm>
          </p:grpSpPr>
          <p:sp>
            <p:nvSpPr>
              <p:cNvPr id="1694" name="Google Shape;1694;p26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5" name="Google Shape;1695;p26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696" name="Google Shape;1696;p26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</p:grpSp>
      <p:sp>
        <p:nvSpPr>
          <p:cNvPr id="1697" name="Google Shape;1697;p26"/>
          <p:cNvSpPr txBox="1">
            <a:spLocks noGrp="1"/>
          </p:cNvSpPr>
          <p:nvPr>
            <p:ph type="title"/>
          </p:nvPr>
        </p:nvSpPr>
        <p:spPr>
          <a:xfrm>
            <a:off x="2642708" y="1033503"/>
            <a:ext cx="38586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8" name="Google Shape;1698;p26"/>
          <p:cNvSpPr txBox="1">
            <a:spLocks noGrp="1"/>
          </p:cNvSpPr>
          <p:nvPr>
            <p:ph type="subTitle" idx="1"/>
          </p:nvPr>
        </p:nvSpPr>
        <p:spPr>
          <a:xfrm>
            <a:off x="2642675" y="2343063"/>
            <a:ext cx="3858600" cy="1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9" name="Google Shape;1699;p26"/>
          <p:cNvSpPr txBox="1"/>
          <p:nvPr/>
        </p:nvSpPr>
        <p:spPr>
          <a:xfrm>
            <a:off x="2642668" y="4622133"/>
            <a:ext cx="3858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CRÉDITS : Ce modèle de présentation a été créé par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comprenant des icônes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, des infographies et des images de </a:t>
            </a:r>
            <a:r>
              <a:rPr lang="fr" sz="1200" b="1" u="sng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fr" sz="12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200" b="1" u="sng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  <p:extLst>
      <p:ext uri="{BB962C8B-B14F-4D97-AF65-F5344CB8AC3E}">
        <p14:creationId xmlns:p14="http://schemas.microsoft.com/office/powerpoint/2010/main" val="2851414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1" name="Google Shape;1701;p27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2" name="Google Shape;1702;p27"/>
          <p:cNvGrpSpPr/>
          <p:nvPr/>
        </p:nvGrpSpPr>
        <p:grpSpPr>
          <a:xfrm rot="10800000" flipH="1">
            <a:off x="744822" y="-645833"/>
            <a:ext cx="8262669" cy="8424552"/>
            <a:chOff x="744821" y="-576378"/>
            <a:chExt cx="8262669" cy="6318414"/>
          </a:xfrm>
        </p:grpSpPr>
        <p:grpSp>
          <p:nvGrpSpPr>
            <p:cNvPr id="1703" name="Google Shape;1703;p27"/>
            <p:cNvGrpSpPr/>
            <p:nvPr/>
          </p:nvGrpSpPr>
          <p:grpSpPr>
            <a:xfrm>
              <a:off x="6850580" y="4492208"/>
              <a:ext cx="2156910" cy="506908"/>
              <a:chOff x="4891825" y="3495059"/>
              <a:chExt cx="1351193" cy="317552"/>
            </a:xfrm>
          </p:grpSpPr>
          <p:sp>
            <p:nvSpPr>
              <p:cNvPr id="1704" name="Google Shape;1704;p27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7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7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7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7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7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0" name="Google Shape;1710;p27"/>
            <p:cNvGrpSpPr/>
            <p:nvPr/>
          </p:nvGrpSpPr>
          <p:grpSpPr>
            <a:xfrm>
              <a:off x="744821" y="-576378"/>
              <a:ext cx="204128" cy="1115878"/>
              <a:chOff x="6605329" y="191675"/>
              <a:chExt cx="127876" cy="699040"/>
            </a:xfrm>
          </p:grpSpPr>
          <p:sp>
            <p:nvSpPr>
              <p:cNvPr id="1711" name="Google Shape;1711;p27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27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3" name="Google Shape;1713;p27"/>
            <p:cNvGrpSpPr/>
            <p:nvPr/>
          </p:nvGrpSpPr>
          <p:grpSpPr>
            <a:xfrm>
              <a:off x="1204715" y="-158755"/>
              <a:ext cx="1493520" cy="615774"/>
              <a:chOff x="5301012" y="396272"/>
              <a:chExt cx="935614" cy="385751"/>
            </a:xfrm>
          </p:grpSpPr>
          <p:sp>
            <p:nvSpPr>
              <p:cNvPr id="1714" name="Google Shape;1714;p27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27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27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7" name="Google Shape;1717;p27"/>
            <p:cNvGrpSpPr/>
            <p:nvPr/>
          </p:nvGrpSpPr>
          <p:grpSpPr>
            <a:xfrm>
              <a:off x="7838933" y="159032"/>
              <a:ext cx="1064856" cy="813093"/>
              <a:chOff x="3843246" y="357910"/>
              <a:chExt cx="667078" cy="509361"/>
            </a:xfrm>
          </p:grpSpPr>
          <p:sp>
            <p:nvSpPr>
              <p:cNvPr id="1718" name="Google Shape;1718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1" name="Google Shape;1721;p27"/>
            <p:cNvGrpSpPr/>
            <p:nvPr/>
          </p:nvGrpSpPr>
          <p:grpSpPr>
            <a:xfrm>
              <a:off x="7099018" y="-57203"/>
              <a:ext cx="1337026" cy="826702"/>
              <a:chOff x="3421261" y="191675"/>
              <a:chExt cx="837578" cy="517886"/>
            </a:xfrm>
          </p:grpSpPr>
          <p:sp>
            <p:nvSpPr>
              <p:cNvPr id="1722" name="Google Shape;1722;p27"/>
              <p:cNvSpPr/>
              <p:nvPr/>
            </p:nvSpPr>
            <p:spPr>
              <a:xfrm>
                <a:off x="3421261" y="679724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27"/>
              <p:cNvSpPr/>
              <p:nvPr/>
            </p:nvSpPr>
            <p:spPr>
              <a:xfrm>
                <a:off x="3442573" y="191675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4" name="Google Shape;1724;p27"/>
            <p:cNvGrpSpPr/>
            <p:nvPr/>
          </p:nvGrpSpPr>
          <p:grpSpPr>
            <a:xfrm flipH="1">
              <a:off x="1029578" y="4404023"/>
              <a:ext cx="619332" cy="1338013"/>
              <a:chOff x="6850421" y="775628"/>
              <a:chExt cx="398541" cy="861012"/>
            </a:xfrm>
          </p:grpSpPr>
          <p:sp>
            <p:nvSpPr>
              <p:cNvPr id="1725" name="Google Shape;1725;p27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27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27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8" name="Google Shape;1728;p27"/>
            <p:cNvGrpSpPr/>
            <p:nvPr/>
          </p:nvGrpSpPr>
          <p:grpSpPr>
            <a:xfrm>
              <a:off x="4984595" y="4666482"/>
              <a:ext cx="1064856" cy="813093"/>
              <a:chOff x="3843246" y="357910"/>
              <a:chExt cx="667078" cy="509361"/>
            </a:xfrm>
          </p:grpSpPr>
          <p:sp>
            <p:nvSpPr>
              <p:cNvPr id="1729" name="Google Shape;1729;p27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27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27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2" name="Google Shape;1732;p27"/>
          <p:cNvGrpSpPr/>
          <p:nvPr/>
        </p:nvGrpSpPr>
        <p:grpSpPr>
          <a:xfrm>
            <a:off x="-1154425" y="-1427018"/>
            <a:ext cx="11376875" cy="9669233"/>
            <a:chOff x="-1203475" y="-1222225"/>
            <a:chExt cx="11376875" cy="7251925"/>
          </a:xfrm>
        </p:grpSpPr>
        <p:sp>
          <p:nvSpPr>
            <p:cNvPr id="1733" name="Google Shape;1733;p27"/>
            <p:cNvSpPr/>
            <p:nvPr/>
          </p:nvSpPr>
          <p:spPr>
            <a:xfrm>
              <a:off x="-850925" y="723600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4" name="Google Shape;1734;p27"/>
            <p:cNvSpPr/>
            <p:nvPr/>
          </p:nvSpPr>
          <p:spPr>
            <a:xfrm>
              <a:off x="-1203475" y="97003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5" name="Google Shape;1735;p27"/>
            <p:cNvSpPr/>
            <p:nvPr/>
          </p:nvSpPr>
          <p:spPr>
            <a:xfrm rot="5400000">
              <a:off x="5599650" y="52680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6" name="Google Shape;1736;p27"/>
            <p:cNvSpPr/>
            <p:nvPr/>
          </p:nvSpPr>
          <p:spPr>
            <a:xfrm rot="5400000">
              <a:off x="3064800" y="-56672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7" name="Google Shape;1737;p27"/>
            <p:cNvSpPr/>
            <p:nvPr/>
          </p:nvSpPr>
          <p:spPr>
            <a:xfrm rot="10800000">
              <a:off x="8496500" y="3095161"/>
              <a:ext cx="1417200" cy="106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38" name="Google Shape;1738;p27"/>
            <p:cNvSpPr/>
            <p:nvPr/>
          </p:nvSpPr>
          <p:spPr>
            <a:xfrm rot="10800000">
              <a:off x="8756200" y="2847912"/>
              <a:ext cx="1417200" cy="10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39" name="Google Shape;1739;p27"/>
          <p:cNvGrpSpPr/>
          <p:nvPr/>
        </p:nvGrpSpPr>
        <p:grpSpPr>
          <a:xfrm>
            <a:off x="380020" y="204817"/>
            <a:ext cx="8496430" cy="6365464"/>
            <a:chOff x="380020" y="153613"/>
            <a:chExt cx="8496430" cy="4774098"/>
          </a:xfrm>
        </p:grpSpPr>
        <p:grpSp>
          <p:nvGrpSpPr>
            <p:cNvPr id="1740" name="Google Shape;1740;p27"/>
            <p:cNvGrpSpPr/>
            <p:nvPr/>
          </p:nvGrpSpPr>
          <p:grpSpPr>
            <a:xfrm>
              <a:off x="481900" y="3280551"/>
              <a:ext cx="130200" cy="126125"/>
              <a:chOff x="-4441750" y="34450"/>
              <a:chExt cx="130200" cy="126125"/>
            </a:xfrm>
          </p:grpSpPr>
          <p:sp>
            <p:nvSpPr>
              <p:cNvPr id="1741" name="Google Shape;1741;p27"/>
              <p:cNvSpPr/>
              <p:nvPr/>
            </p:nvSpPr>
            <p:spPr>
              <a:xfrm>
                <a:off x="-4441750" y="344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2" name="Google Shape;1742;p27"/>
              <p:cNvSpPr/>
              <p:nvPr/>
            </p:nvSpPr>
            <p:spPr>
              <a:xfrm>
                <a:off x="-4376650" y="6865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43" name="Google Shape;1743;p27"/>
              <p:cNvSpPr/>
              <p:nvPr/>
            </p:nvSpPr>
            <p:spPr>
              <a:xfrm>
                <a:off x="-4441750" y="1041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44" name="Google Shape;1744;p27"/>
            <p:cNvGrpSpPr/>
            <p:nvPr/>
          </p:nvGrpSpPr>
          <p:grpSpPr>
            <a:xfrm>
              <a:off x="380020" y="571430"/>
              <a:ext cx="101875" cy="134875"/>
              <a:chOff x="3928495" y="333391"/>
              <a:chExt cx="101875" cy="134875"/>
            </a:xfrm>
          </p:grpSpPr>
          <p:grpSp>
            <p:nvGrpSpPr>
              <p:cNvPr id="1745" name="Google Shape;1745;p27"/>
              <p:cNvGrpSpPr/>
              <p:nvPr/>
            </p:nvGrpSpPr>
            <p:grpSpPr>
              <a:xfrm>
                <a:off x="3928495" y="379241"/>
                <a:ext cx="44700" cy="42600"/>
                <a:chOff x="3928495" y="379241"/>
                <a:chExt cx="44700" cy="42600"/>
              </a:xfrm>
            </p:grpSpPr>
            <p:sp>
              <p:nvSpPr>
                <p:cNvPr id="1746" name="Google Shape;1746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8" name="Google Shape;1748;p27"/>
              <p:cNvGrpSpPr/>
              <p:nvPr/>
            </p:nvGrpSpPr>
            <p:grpSpPr>
              <a:xfrm>
                <a:off x="3985670" y="425666"/>
                <a:ext cx="44700" cy="42600"/>
                <a:chOff x="3928495" y="379241"/>
                <a:chExt cx="44700" cy="42600"/>
              </a:xfrm>
            </p:grpSpPr>
            <p:sp>
              <p:nvSpPr>
                <p:cNvPr id="1749" name="Google Shape;1749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1" name="Google Shape;1751;p27"/>
              <p:cNvGrpSpPr/>
              <p:nvPr/>
            </p:nvGrpSpPr>
            <p:grpSpPr>
              <a:xfrm>
                <a:off x="3985670" y="333391"/>
                <a:ext cx="44700" cy="42600"/>
                <a:chOff x="3928495" y="379241"/>
                <a:chExt cx="44700" cy="42600"/>
              </a:xfrm>
            </p:grpSpPr>
            <p:sp>
              <p:nvSpPr>
                <p:cNvPr id="1752" name="Google Shape;1752;p27"/>
                <p:cNvSpPr/>
                <p:nvPr/>
              </p:nvSpPr>
              <p:spPr>
                <a:xfrm>
                  <a:off x="3928495" y="396272"/>
                  <a:ext cx="44700" cy="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7"/>
                <p:cNvSpPr/>
                <p:nvPr/>
              </p:nvSpPr>
              <p:spPr>
                <a:xfrm>
                  <a:off x="3946802" y="379241"/>
                  <a:ext cx="8100" cy="426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54" name="Google Shape;1754;p27"/>
            <p:cNvGrpSpPr/>
            <p:nvPr/>
          </p:nvGrpSpPr>
          <p:grpSpPr>
            <a:xfrm>
              <a:off x="1668775" y="4808638"/>
              <a:ext cx="445675" cy="119073"/>
              <a:chOff x="3578973" y="2550931"/>
              <a:chExt cx="279193" cy="74593"/>
            </a:xfrm>
          </p:grpSpPr>
          <p:sp>
            <p:nvSpPr>
              <p:cNvPr id="1755" name="Google Shape;1755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6" name="Google Shape;1756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7" name="Google Shape;1757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8" name="Google Shape;1758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9" name="Google Shape;1759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0" name="Google Shape;1760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1" name="Google Shape;1761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2" name="Google Shape;1762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65" name="Google Shape;1765;p27"/>
            <p:cNvGrpSpPr/>
            <p:nvPr/>
          </p:nvGrpSpPr>
          <p:grpSpPr>
            <a:xfrm>
              <a:off x="7632725" y="153613"/>
              <a:ext cx="130200" cy="126125"/>
              <a:chOff x="3935725" y="167575"/>
              <a:chExt cx="130200" cy="126125"/>
            </a:xfrm>
          </p:grpSpPr>
          <p:sp>
            <p:nvSpPr>
              <p:cNvPr id="1766" name="Google Shape;1766;p27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7" name="Google Shape;1767;p27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768" name="Google Shape;1768;p27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769" name="Google Shape;1769;p27"/>
            <p:cNvGrpSpPr/>
            <p:nvPr/>
          </p:nvGrpSpPr>
          <p:grpSpPr>
            <a:xfrm flipH="1">
              <a:off x="1631171" y="247560"/>
              <a:ext cx="445675" cy="80822"/>
              <a:chOff x="6468929" y="3844579"/>
              <a:chExt cx="411329" cy="74593"/>
            </a:xfrm>
          </p:grpSpPr>
          <p:sp>
            <p:nvSpPr>
              <p:cNvPr id="1770" name="Google Shape;1770;p27"/>
              <p:cNvSpPr/>
              <p:nvPr/>
            </p:nvSpPr>
            <p:spPr>
              <a:xfrm>
                <a:off x="6814190" y="3848841"/>
                <a:ext cx="66069" cy="66068"/>
              </a:xfrm>
              <a:custGeom>
                <a:avLst/>
                <a:gdLst/>
                <a:ahLst/>
                <a:cxnLst/>
                <a:rect l="l" t="t" r="r" b="b"/>
                <a:pathLst>
                  <a:path w="29" h="29" extrusionOk="0">
                    <a:moveTo>
                      <a:pt x="2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7" y="29"/>
                      <a:pt x="14" y="29"/>
                    </a:cubicBezTo>
                    <a:cubicBezTo>
                      <a:pt x="22" y="29"/>
                      <a:pt x="29" y="22"/>
                      <a:pt x="29" y="14"/>
                    </a:cubicBezTo>
                    <a:cubicBezTo>
                      <a:pt x="29" y="6"/>
                      <a:pt x="22" y="0"/>
                      <a:pt x="14" y="0"/>
                    </a:cubicBezTo>
                    <a:cubicBezTo>
                      <a:pt x="7" y="0"/>
                      <a:pt x="0" y="6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9"/>
                      <a:pt x="9" y="4"/>
                      <a:pt x="14" y="4"/>
                    </a:cubicBezTo>
                    <a:cubicBezTo>
                      <a:pt x="20" y="4"/>
                      <a:pt x="25" y="9"/>
                      <a:pt x="25" y="14"/>
                    </a:cubicBezTo>
                    <a:cubicBezTo>
                      <a:pt x="25" y="20"/>
                      <a:pt x="20" y="25"/>
                      <a:pt x="14" y="25"/>
                    </a:cubicBezTo>
                    <a:cubicBezTo>
                      <a:pt x="9" y="25"/>
                      <a:pt x="4" y="20"/>
                      <a:pt x="4" y="14"/>
                    </a:cubicBezTo>
                    <a:lnTo>
                      <a:pt x="2" y="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27"/>
              <p:cNvSpPr/>
              <p:nvPr/>
            </p:nvSpPr>
            <p:spPr>
              <a:xfrm>
                <a:off x="6475324" y="3876548"/>
                <a:ext cx="343130" cy="8525"/>
              </a:xfrm>
              <a:custGeom>
                <a:avLst/>
                <a:gdLst/>
                <a:ahLst/>
                <a:cxnLst/>
                <a:rect l="l" t="t" r="r" b="b"/>
                <a:pathLst>
                  <a:path w="161" h="4" extrusionOk="0">
                    <a:moveTo>
                      <a:pt x="161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161" y="4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27"/>
              <p:cNvSpPr/>
              <p:nvPr/>
            </p:nvSpPr>
            <p:spPr>
              <a:xfrm>
                <a:off x="6468929" y="3844579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0" y="32"/>
                    </a:moveTo>
                    <a:lnTo>
                      <a:pt x="6" y="17"/>
                    </a:lnTo>
                    <a:lnTo>
                      <a:pt x="20" y="3"/>
                    </a:lnTo>
                    <a:lnTo>
                      <a:pt x="17" y="0"/>
                    </a:lnTo>
                    <a:lnTo>
                      <a:pt x="0" y="17"/>
                    </a:lnTo>
                    <a:lnTo>
                      <a:pt x="17" y="35"/>
                    </a:lnTo>
                    <a:lnTo>
                      <a:pt x="20" y="32"/>
                    </a:lnTo>
                    <a:lnTo>
                      <a:pt x="20" y="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3" name="Google Shape;1773;p27"/>
            <p:cNvGrpSpPr/>
            <p:nvPr/>
          </p:nvGrpSpPr>
          <p:grpSpPr>
            <a:xfrm rot="10800000">
              <a:off x="8430775" y="1578188"/>
              <a:ext cx="445675" cy="119073"/>
              <a:chOff x="3578973" y="2550931"/>
              <a:chExt cx="279193" cy="74593"/>
            </a:xfrm>
          </p:grpSpPr>
          <p:sp>
            <p:nvSpPr>
              <p:cNvPr id="1774" name="Google Shape;1774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27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27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1" name="Google Shape;1781;p27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2" name="Google Shape;1782;p27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27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3141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1785;p28"/>
          <p:cNvPicPr preferRelativeResize="0"/>
          <p:nvPr/>
        </p:nvPicPr>
        <p:blipFill rotWithShape="1">
          <a:blip r:embed="rId2">
            <a:alphaModFix/>
          </a:blip>
          <a:srcRect r="990" b="901"/>
          <a:stretch/>
        </p:blipFill>
        <p:spPr>
          <a:xfrm>
            <a:off x="1" y="0"/>
            <a:ext cx="9144003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6" name="Google Shape;1786;p28"/>
          <p:cNvGrpSpPr/>
          <p:nvPr/>
        </p:nvGrpSpPr>
        <p:grpSpPr>
          <a:xfrm rot="10800000" flipH="1">
            <a:off x="-871550" y="-645819"/>
            <a:ext cx="11081975" cy="8937867"/>
            <a:chOff x="-871550" y="-1016375"/>
            <a:chExt cx="11081975" cy="6703400"/>
          </a:xfrm>
        </p:grpSpPr>
        <p:sp>
          <p:nvSpPr>
            <p:cNvPr id="1787" name="Google Shape;1787;p28"/>
            <p:cNvSpPr/>
            <p:nvPr/>
          </p:nvSpPr>
          <p:spPr>
            <a:xfrm>
              <a:off x="-387625" y="19141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8" name="Google Shape;1788;p28"/>
            <p:cNvSpPr/>
            <p:nvPr/>
          </p:nvSpPr>
          <p:spPr>
            <a:xfrm>
              <a:off x="-871550" y="216061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89" name="Google Shape;1789;p28"/>
            <p:cNvSpPr/>
            <p:nvPr/>
          </p:nvSpPr>
          <p:spPr>
            <a:xfrm rot="5400000">
              <a:off x="-109850" y="4925325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0" name="Google Shape;1790;p28"/>
            <p:cNvSpPr/>
            <p:nvPr/>
          </p:nvSpPr>
          <p:spPr>
            <a:xfrm rot="5400000">
              <a:off x="5393950" y="-36087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1" name="Google Shape;1791;p28"/>
            <p:cNvSpPr/>
            <p:nvPr/>
          </p:nvSpPr>
          <p:spPr>
            <a:xfrm rot="10800000">
              <a:off x="8309300" y="3531835"/>
              <a:ext cx="1417200" cy="10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  <p:sp>
          <p:nvSpPr>
            <p:cNvPr id="1792" name="Google Shape;1792;p28"/>
            <p:cNvSpPr/>
            <p:nvPr/>
          </p:nvSpPr>
          <p:spPr>
            <a:xfrm rot="10800000">
              <a:off x="8793225" y="3285400"/>
              <a:ext cx="1417200" cy="10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Manjari"/>
                <a:ea typeface="Manjari"/>
                <a:cs typeface="Manjari"/>
                <a:sym typeface="Manjari"/>
              </a:endParaRPr>
            </a:p>
          </p:txBody>
        </p:sp>
      </p:grpSp>
      <p:grpSp>
        <p:nvGrpSpPr>
          <p:cNvPr id="1793" name="Google Shape;1793;p28"/>
          <p:cNvGrpSpPr/>
          <p:nvPr/>
        </p:nvGrpSpPr>
        <p:grpSpPr>
          <a:xfrm rot="10800000" flipH="1">
            <a:off x="-667955" y="-1504634"/>
            <a:ext cx="10232769" cy="8993019"/>
            <a:chOff x="-527805" y="-670853"/>
            <a:chExt cx="10232769" cy="6744764"/>
          </a:xfrm>
        </p:grpSpPr>
        <p:grpSp>
          <p:nvGrpSpPr>
            <p:cNvPr id="1794" name="Google Shape;1794;p28"/>
            <p:cNvGrpSpPr/>
            <p:nvPr/>
          </p:nvGrpSpPr>
          <p:grpSpPr>
            <a:xfrm>
              <a:off x="7118280" y="4681945"/>
              <a:ext cx="2156910" cy="506908"/>
              <a:chOff x="4891825" y="3495059"/>
              <a:chExt cx="1351193" cy="317552"/>
            </a:xfrm>
          </p:grpSpPr>
          <p:sp>
            <p:nvSpPr>
              <p:cNvPr id="1795" name="Google Shape;1795;p28"/>
              <p:cNvSpPr/>
              <p:nvPr/>
            </p:nvSpPr>
            <p:spPr>
              <a:xfrm>
                <a:off x="6208918" y="3706050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7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12" y="15"/>
                      <a:pt x="15" y="11"/>
                      <a:pt x="15" y="7"/>
                    </a:cubicBezTo>
                    <a:cubicBezTo>
                      <a:pt x="15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8"/>
              <p:cNvSpPr/>
              <p:nvPr/>
            </p:nvSpPr>
            <p:spPr>
              <a:xfrm>
                <a:off x="4891825" y="3584575"/>
                <a:ext cx="29825" cy="298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2" y="7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lnTo>
                      <a:pt x="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8"/>
              <p:cNvSpPr/>
              <p:nvPr/>
            </p:nvSpPr>
            <p:spPr>
              <a:xfrm>
                <a:off x="4917389" y="3595227"/>
                <a:ext cx="1295792" cy="217384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02" extrusionOk="0">
                    <a:moveTo>
                      <a:pt x="0" y="4"/>
                    </a:moveTo>
                    <a:lnTo>
                      <a:pt x="207" y="4"/>
                    </a:lnTo>
                    <a:lnTo>
                      <a:pt x="305" y="102"/>
                    </a:lnTo>
                    <a:lnTo>
                      <a:pt x="498" y="102"/>
                    </a:lnTo>
                    <a:lnTo>
                      <a:pt x="539" y="61"/>
                    </a:lnTo>
                    <a:lnTo>
                      <a:pt x="608" y="61"/>
                    </a:lnTo>
                    <a:lnTo>
                      <a:pt x="608" y="57"/>
                    </a:lnTo>
                    <a:lnTo>
                      <a:pt x="537" y="57"/>
                    </a:lnTo>
                    <a:lnTo>
                      <a:pt x="497" y="98"/>
                    </a:lnTo>
                    <a:lnTo>
                      <a:pt x="307" y="98"/>
                    </a:lnTo>
                    <a:lnTo>
                      <a:pt x="21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8"/>
              <p:cNvSpPr/>
              <p:nvPr/>
            </p:nvSpPr>
            <p:spPr>
              <a:xfrm>
                <a:off x="5933990" y="3716706"/>
                <a:ext cx="31969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8" y="4"/>
                      <a:pt x="10" y="6"/>
                      <a:pt x="10" y="8"/>
                    </a:cubicBezTo>
                    <a:cubicBezTo>
                      <a:pt x="10" y="9"/>
                      <a:pt x="8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28"/>
              <p:cNvSpPr/>
              <p:nvPr/>
            </p:nvSpPr>
            <p:spPr>
              <a:xfrm>
                <a:off x="5286094" y="3495059"/>
                <a:ext cx="29837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5" extrusionOk="0">
                    <a:moveTo>
                      <a:pt x="2" y="8"/>
                    </a:moveTo>
                    <a:cubicBezTo>
                      <a:pt x="4" y="8"/>
                      <a:pt x="4" y="8"/>
                      <a:pt x="4" y="8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8"/>
                    </a:cubicBezTo>
                    <a:cubicBezTo>
                      <a:pt x="10" y="9"/>
                      <a:pt x="9" y="11"/>
                      <a:pt x="7" y="11"/>
                    </a:cubicBezTo>
                    <a:cubicBezTo>
                      <a:pt x="5" y="11"/>
                      <a:pt x="4" y="9"/>
                      <a:pt x="4" y="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5"/>
                      <a:pt x="7" y="15"/>
                    </a:cubicBezTo>
                    <a:cubicBezTo>
                      <a:pt x="11" y="15"/>
                      <a:pt x="14" y="11"/>
                      <a:pt x="14" y="8"/>
                    </a:cubicBezTo>
                    <a:cubicBezTo>
                      <a:pt x="14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lnTo>
                      <a:pt x="2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28"/>
              <p:cNvSpPr/>
              <p:nvPr/>
            </p:nvSpPr>
            <p:spPr>
              <a:xfrm>
                <a:off x="5311668" y="3507847"/>
                <a:ext cx="632979" cy="219516"/>
              </a:xfrm>
              <a:custGeom>
                <a:avLst/>
                <a:gdLst/>
                <a:ahLst/>
                <a:cxnLst/>
                <a:rect l="l" t="t" r="r" b="b"/>
                <a:pathLst>
                  <a:path w="297" h="103" extrusionOk="0">
                    <a:moveTo>
                      <a:pt x="0" y="4"/>
                    </a:moveTo>
                    <a:lnTo>
                      <a:pt x="39" y="4"/>
                    </a:lnTo>
                    <a:lnTo>
                      <a:pt x="115" y="79"/>
                    </a:lnTo>
                    <a:lnTo>
                      <a:pt x="270" y="79"/>
                    </a:lnTo>
                    <a:lnTo>
                      <a:pt x="294" y="103"/>
                    </a:lnTo>
                    <a:lnTo>
                      <a:pt x="297" y="100"/>
                    </a:lnTo>
                    <a:lnTo>
                      <a:pt x="272" y="75"/>
                    </a:lnTo>
                    <a:lnTo>
                      <a:pt x="117" y="75"/>
                    </a:lnTo>
                    <a:lnTo>
                      <a:pt x="41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1" name="Google Shape;1801;p28"/>
            <p:cNvGrpSpPr/>
            <p:nvPr/>
          </p:nvGrpSpPr>
          <p:grpSpPr>
            <a:xfrm>
              <a:off x="882321" y="-670853"/>
              <a:ext cx="204128" cy="1115878"/>
              <a:chOff x="6605329" y="191675"/>
              <a:chExt cx="127876" cy="699040"/>
            </a:xfrm>
          </p:grpSpPr>
          <p:sp>
            <p:nvSpPr>
              <p:cNvPr id="1802" name="Google Shape;1802;p28"/>
              <p:cNvSpPr/>
              <p:nvPr/>
            </p:nvSpPr>
            <p:spPr>
              <a:xfrm>
                <a:off x="6701235" y="858746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4" extrusionOk="0">
                    <a:moveTo>
                      <a:pt x="13" y="7"/>
                    </a:move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1" y="5"/>
                      <a:pt x="11" y="7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lnTo>
                      <a:pt x="13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3" name="Google Shape;1803;p28"/>
              <p:cNvSpPr/>
              <p:nvPr/>
            </p:nvSpPr>
            <p:spPr>
              <a:xfrm>
                <a:off x="6605329" y="191675"/>
                <a:ext cx="115087" cy="671334"/>
              </a:xfrm>
              <a:custGeom>
                <a:avLst/>
                <a:gdLst/>
                <a:ahLst/>
                <a:cxnLst/>
                <a:rect l="l" t="t" r="r" b="b"/>
                <a:pathLst>
                  <a:path w="54" h="315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50" y="217"/>
                    </a:lnTo>
                    <a:lnTo>
                      <a:pt x="50" y="315"/>
                    </a:lnTo>
                    <a:lnTo>
                      <a:pt x="54" y="315"/>
                    </a:lnTo>
                    <a:lnTo>
                      <a:pt x="54" y="215"/>
                    </a:lnTo>
                    <a:lnTo>
                      <a:pt x="5" y="165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4" name="Google Shape;1804;p28"/>
            <p:cNvGrpSpPr/>
            <p:nvPr/>
          </p:nvGrpSpPr>
          <p:grpSpPr>
            <a:xfrm>
              <a:off x="1342215" y="-264218"/>
              <a:ext cx="1493520" cy="615774"/>
              <a:chOff x="5301012" y="396272"/>
              <a:chExt cx="935614" cy="385751"/>
            </a:xfrm>
          </p:grpSpPr>
          <p:sp>
            <p:nvSpPr>
              <p:cNvPr id="1805" name="Google Shape;1805;p28"/>
              <p:cNvSpPr/>
              <p:nvPr/>
            </p:nvSpPr>
            <p:spPr>
              <a:xfrm>
                <a:off x="6202525" y="396272"/>
                <a:ext cx="34100" cy="3409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8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8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5"/>
                      <a:pt x="8" y="15"/>
                    </a:cubicBezTo>
                    <a:cubicBezTo>
                      <a:pt x="12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28"/>
              <p:cNvSpPr/>
              <p:nvPr/>
            </p:nvSpPr>
            <p:spPr>
              <a:xfrm>
                <a:off x="5301012" y="750054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28"/>
              <p:cNvSpPr/>
              <p:nvPr/>
            </p:nvSpPr>
            <p:spPr>
              <a:xfrm>
                <a:off x="5322324" y="426109"/>
                <a:ext cx="903645" cy="336732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58" extrusionOk="0">
                    <a:moveTo>
                      <a:pt x="419" y="0"/>
                    </a:moveTo>
                    <a:lnTo>
                      <a:pt x="419" y="51"/>
                    </a:lnTo>
                    <a:lnTo>
                      <a:pt x="388" y="82"/>
                    </a:lnTo>
                    <a:lnTo>
                      <a:pt x="72" y="82"/>
                    </a:lnTo>
                    <a:lnTo>
                      <a:pt x="0" y="154"/>
                    </a:lnTo>
                    <a:lnTo>
                      <a:pt x="3" y="158"/>
                    </a:lnTo>
                    <a:lnTo>
                      <a:pt x="74" y="86"/>
                    </a:lnTo>
                    <a:lnTo>
                      <a:pt x="390" y="86"/>
                    </a:lnTo>
                    <a:lnTo>
                      <a:pt x="424" y="53"/>
                    </a:lnTo>
                    <a:lnTo>
                      <a:pt x="424" y="0"/>
                    </a:lnTo>
                    <a:lnTo>
                      <a:pt x="419" y="0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8" name="Google Shape;1808;p28"/>
            <p:cNvGrpSpPr/>
            <p:nvPr/>
          </p:nvGrpSpPr>
          <p:grpSpPr>
            <a:xfrm>
              <a:off x="8640108" y="293107"/>
              <a:ext cx="1064856" cy="813093"/>
              <a:chOff x="3843246" y="357910"/>
              <a:chExt cx="667078" cy="509361"/>
            </a:xfrm>
          </p:grpSpPr>
          <p:sp>
            <p:nvSpPr>
              <p:cNvPr id="1809" name="Google Shape;1809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2" name="Google Shape;1812;p28"/>
            <p:cNvGrpSpPr/>
            <p:nvPr/>
          </p:nvGrpSpPr>
          <p:grpSpPr>
            <a:xfrm>
              <a:off x="7584293" y="-505753"/>
              <a:ext cx="1337026" cy="826702"/>
              <a:chOff x="3456389" y="106431"/>
              <a:chExt cx="837578" cy="517886"/>
            </a:xfrm>
          </p:grpSpPr>
          <p:sp>
            <p:nvSpPr>
              <p:cNvPr id="1813" name="Google Shape;1813;p28"/>
              <p:cNvSpPr/>
              <p:nvPr/>
            </p:nvSpPr>
            <p:spPr>
              <a:xfrm>
                <a:off x="3456389" y="594480"/>
                <a:ext cx="31969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8"/>
                      <a:pt x="9" y="10"/>
                      <a:pt x="7" y="10"/>
                    </a:cubicBezTo>
                    <a:cubicBezTo>
                      <a:pt x="5" y="10"/>
                      <a:pt x="4" y="8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28"/>
              <p:cNvSpPr/>
              <p:nvPr/>
            </p:nvSpPr>
            <p:spPr>
              <a:xfrm>
                <a:off x="3477701" y="106431"/>
                <a:ext cx="816266" cy="49870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34" extrusionOk="0">
                    <a:moveTo>
                      <a:pt x="379" y="0"/>
                    </a:moveTo>
                    <a:lnTo>
                      <a:pt x="379" y="106"/>
                    </a:lnTo>
                    <a:lnTo>
                      <a:pt x="301" y="185"/>
                    </a:lnTo>
                    <a:lnTo>
                      <a:pt x="46" y="185"/>
                    </a:lnTo>
                    <a:lnTo>
                      <a:pt x="0" y="231"/>
                    </a:lnTo>
                    <a:lnTo>
                      <a:pt x="3" y="234"/>
                    </a:lnTo>
                    <a:lnTo>
                      <a:pt x="47" y="190"/>
                    </a:lnTo>
                    <a:lnTo>
                      <a:pt x="302" y="190"/>
                    </a:lnTo>
                    <a:lnTo>
                      <a:pt x="383" y="108"/>
                    </a:lnTo>
                    <a:lnTo>
                      <a:pt x="383" y="0"/>
                    </a:lnTo>
                    <a:lnTo>
                      <a:pt x="379" y="0"/>
                    </a:lnTo>
                    <a:lnTo>
                      <a:pt x="3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5" name="Google Shape;1815;p28"/>
            <p:cNvGrpSpPr/>
            <p:nvPr/>
          </p:nvGrpSpPr>
          <p:grpSpPr>
            <a:xfrm flipH="1">
              <a:off x="1167078" y="4735898"/>
              <a:ext cx="619332" cy="1338013"/>
              <a:chOff x="6850421" y="775628"/>
              <a:chExt cx="398541" cy="861012"/>
            </a:xfrm>
          </p:grpSpPr>
          <p:sp>
            <p:nvSpPr>
              <p:cNvPr id="1816" name="Google Shape;1816;p28"/>
              <p:cNvSpPr/>
              <p:nvPr/>
            </p:nvSpPr>
            <p:spPr>
              <a:xfrm>
                <a:off x="6850421" y="1604672"/>
                <a:ext cx="34100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5" h="15" extrusionOk="0">
                    <a:moveTo>
                      <a:pt x="13" y="8"/>
                    </a:moveTo>
                    <a:cubicBezTo>
                      <a:pt x="11" y="8"/>
                      <a:pt x="11" y="8"/>
                      <a:pt x="11" y="8"/>
                    </a:cubicBezTo>
                    <a:cubicBezTo>
                      <a:pt x="11" y="9"/>
                      <a:pt x="9" y="11"/>
                      <a:pt x="7" y="11"/>
                    </a:cubicBezTo>
                    <a:cubicBezTo>
                      <a:pt x="6" y="11"/>
                      <a:pt x="4" y="9"/>
                      <a:pt x="4" y="8"/>
                    </a:cubicBezTo>
                    <a:cubicBezTo>
                      <a:pt x="4" y="6"/>
                      <a:pt x="6" y="4"/>
                      <a:pt x="7" y="4"/>
                    </a:cubicBezTo>
                    <a:cubicBezTo>
                      <a:pt x="9" y="4"/>
                      <a:pt x="11" y="6"/>
                      <a:pt x="11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4"/>
                      <a:pt x="11" y="0"/>
                      <a:pt x="7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5"/>
                      <a:pt x="7" y="15"/>
                    </a:cubicBezTo>
                    <a:cubicBezTo>
                      <a:pt x="11" y="15"/>
                      <a:pt x="15" y="12"/>
                      <a:pt x="15" y="8"/>
                    </a:cubicBezTo>
                    <a:lnTo>
                      <a:pt x="1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28"/>
              <p:cNvSpPr/>
              <p:nvPr/>
            </p:nvSpPr>
            <p:spPr>
              <a:xfrm>
                <a:off x="7138138" y="775628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6" y="10"/>
                      <a:pt x="4" y="9"/>
                      <a:pt x="4" y="7"/>
                    </a:cubicBezTo>
                    <a:cubicBezTo>
                      <a:pt x="4" y="5"/>
                      <a:pt x="6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28"/>
              <p:cNvSpPr/>
              <p:nvPr/>
            </p:nvSpPr>
            <p:spPr>
              <a:xfrm>
                <a:off x="6861077" y="794810"/>
                <a:ext cx="387885" cy="814124"/>
              </a:xfrm>
              <a:custGeom>
                <a:avLst/>
                <a:gdLst/>
                <a:ahLst/>
                <a:cxnLst/>
                <a:rect l="l" t="t" r="r" b="b"/>
                <a:pathLst>
                  <a:path w="182" h="382" extrusionOk="0">
                    <a:moveTo>
                      <a:pt x="5" y="382"/>
                    </a:moveTo>
                    <a:lnTo>
                      <a:pt x="5" y="306"/>
                    </a:lnTo>
                    <a:lnTo>
                      <a:pt x="79" y="231"/>
                    </a:lnTo>
                    <a:lnTo>
                      <a:pt x="146" y="231"/>
                    </a:lnTo>
                    <a:lnTo>
                      <a:pt x="182" y="194"/>
                    </a:lnTo>
                    <a:lnTo>
                      <a:pt x="182" y="40"/>
                    </a:lnTo>
                    <a:lnTo>
                      <a:pt x="142" y="0"/>
                    </a:lnTo>
                    <a:lnTo>
                      <a:pt x="140" y="3"/>
                    </a:lnTo>
                    <a:lnTo>
                      <a:pt x="178" y="42"/>
                    </a:lnTo>
                    <a:lnTo>
                      <a:pt x="178" y="192"/>
                    </a:lnTo>
                    <a:lnTo>
                      <a:pt x="143" y="227"/>
                    </a:lnTo>
                    <a:lnTo>
                      <a:pt x="78" y="227"/>
                    </a:lnTo>
                    <a:lnTo>
                      <a:pt x="0" y="304"/>
                    </a:lnTo>
                    <a:lnTo>
                      <a:pt x="0" y="382"/>
                    </a:lnTo>
                    <a:lnTo>
                      <a:pt x="5" y="382"/>
                    </a:lnTo>
                    <a:lnTo>
                      <a:pt x="5" y="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9" name="Google Shape;1819;p28"/>
            <p:cNvGrpSpPr/>
            <p:nvPr/>
          </p:nvGrpSpPr>
          <p:grpSpPr>
            <a:xfrm>
              <a:off x="-527805" y="2963157"/>
              <a:ext cx="1064856" cy="813093"/>
              <a:chOff x="3843246" y="357910"/>
              <a:chExt cx="667078" cy="509361"/>
            </a:xfrm>
          </p:grpSpPr>
          <p:sp>
            <p:nvSpPr>
              <p:cNvPr id="1820" name="Google Shape;1820;p28"/>
              <p:cNvSpPr/>
              <p:nvPr/>
            </p:nvSpPr>
            <p:spPr>
              <a:xfrm>
                <a:off x="3870952" y="385616"/>
                <a:ext cx="626584" cy="47100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21" extrusionOk="0">
                    <a:moveTo>
                      <a:pt x="290" y="0"/>
                    </a:moveTo>
                    <a:lnTo>
                      <a:pt x="290" y="78"/>
                    </a:lnTo>
                    <a:lnTo>
                      <a:pt x="151" y="217"/>
                    </a:lnTo>
                    <a:lnTo>
                      <a:pt x="0" y="217"/>
                    </a:lnTo>
                    <a:lnTo>
                      <a:pt x="0" y="221"/>
                    </a:lnTo>
                    <a:lnTo>
                      <a:pt x="153" y="221"/>
                    </a:lnTo>
                    <a:lnTo>
                      <a:pt x="294" y="80"/>
                    </a:lnTo>
                    <a:lnTo>
                      <a:pt x="294" y="0"/>
                    </a:lnTo>
                    <a:lnTo>
                      <a:pt x="290" y="0"/>
                    </a:lnTo>
                    <a:lnTo>
                      <a:pt x="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28"/>
              <p:cNvSpPr/>
              <p:nvPr/>
            </p:nvSpPr>
            <p:spPr>
              <a:xfrm>
                <a:off x="3843246" y="835302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9" y="4"/>
                      <a:pt x="10" y="5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28"/>
              <p:cNvSpPr/>
              <p:nvPr/>
            </p:nvSpPr>
            <p:spPr>
              <a:xfrm>
                <a:off x="4478354" y="357910"/>
                <a:ext cx="31969" cy="31969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2" y="7"/>
                    </a:moveTo>
                    <a:cubicBezTo>
                      <a:pt x="10" y="7"/>
                      <a:pt x="10" y="7"/>
                      <a:pt x="10" y="7"/>
                    </a:cubicBezTo>
                    <a:cubicBezTo>
                      <a:pt x="10" y="9"/>
                      <a:pt x="9" y="10"/>
                      <a:pt x="7" y="10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6"/>
                      <a:pt x="5" y="4"/>
                      <a:pt x="7" y="4"/>
                    </a:cubicBezTo>
                    <a:cubicBezTo>
                      <a:pt x="9" y="4"/>
                      <a:pt x="10" y="6"/>
                      <a:pt x="10" y="7"/>
                    </a:cubicBezTo>
                    <a:cubicBezTo>
                      <a:pt x="12" y="7"/>
                      <a:pt x="12" y="7"/>
                      <a:pt x="12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lnTo>
                      <a:pt x="12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23" name="Google Shape;1823;p28"/>
          <p:cNvGrpSpPr/>
          <p:nvPr/>
        </p:nvGrpSpPr>
        <p:grpSpPr>
          <a:xfrm>
            <a:off x="3762175" y="310950"/>
            <a:ext cx="5065988" cy="6256884"/>
            <a:chOff x="7007813" y="233212"/>
            <a:chExt cx="5065988" cy="4692663"/>
          </a:xfrm>
        </p:grpSpPr>
        <p:grpSp>
          <p:nvGrpSpPr>
            <p:cNvPr id="1824" name="Google Shape;1824;p28"/>
            <p:cNvGrpSpPr/>
            <p:nvPr/>
          </p:nvGrpSpPr>
          <p:grpSpPr>
            <a:xfrm flipH="1">
              <a:off x="11943600" y="779000"/>
              <a:ext cx="130200" cy="126125"/>
              <a:chOff x="684250" y="153575"/>
              <a:chExt cx="130200" cy="126125"/>
            </a:xfrm>
          </p:grpSpPr>
          <p:sp>
            <p:nvSpPr>
              <p:cNvPr id="1825" name="Google Shape;1825;p28"/>
              <p:cNvSpPr/>
              <p:nvPr/>
            </p:nvSpPr>
            <p:spPr>
              <a:xfrm>
                <a:off x="684250" y="153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6" name="Google Shape;1826;p28"/>
              <p:cNvSpPr/>
              <p:nvPr/>
            </p:nvSpPr>
            <p:spPr>
              <a:xfrm>
                <a:off x="749350" y="187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27" name="Google Shape;1827;p28"/>
              <p:cNvSpPr/>
              <p:nvPr/>
            </p:nvSpPr>
            <p:spPr>
              <a:xfrm>
                <a:off x="684250" y="223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28" name="Google Shape;1828;p28"/>
            <p:cNvGrpSpPr/>
            <p:nvPr/>
          </p:nvGrpSpPr>
          <p:grpSpPr>
            <a:xfrm flipH="1">
              <a:off x="7007813" y="4799750"/>
              <a:ext cx="130200" cy="126125"/>
              <a:chOff x="3935725" y="167575"/>
              <a:chExt cx="130200" cy="126125"/>
            </a:xfrm>
          </p:grpSpPr>
          <p:sp>
            <p:nvSpPr>
              <p:cNvPr id="1829" name="Google Shape;1829;p28"/>
              <p:cNvSpPr/>
              <p:nvPr/>
            </p:nvSpPr>
            <p:spPr>
              <a:xfrm>
                <a:off x="3935725" y="1675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0" name="Google Shape;1830;p28"/>
              <p:cNvSpPr/>
              <p:nvPr/>
            </p:nvSpPr>
            <p:spPr>
              <a:xfrm>
                <a:off x="4000825" y="201775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  <p:sp>
            <p:nvSpPr>
              <p:cNvPr id="1831" name="Google Shape;1831;p28"/>
              <p:cNvSpPr/>
              <p:nvPr/>
            </p:nvSpPr>
            <p:spPr>
              <a:xfrm>
                <a:off x="3935725" y="237300"/>
                <a:ext cx="65100" cy="564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Manjari"/>
                  <a:ea typeface="Manjari"/>
                  <a:cs typeface="Manjari"/>
                  <a:sym typeface="Manjari"/>
                </a:endParaRPr>
              </a:p>
            </p:txBody>
          </p:sp>
        </p:grpSp>
        <p:grpSp>
          <p:nvGrpSpPr>
            <p:cNvPr id="1832" name="Google Shape;1832;p28"/>
            <p:cNvGrpSpPr/>
            <p:nvPr/>
          </p:nvGrpSpPr>
          <p:grpSpPr>
            <a:xfrm flipH="1">
              <a:off x="7071500" y="233212"/>
              <a:ext cx="445675" cy="119073"/>
              <a:chOff x="3578973" y="2550931"/>
              <a:chExt cx="279193" cy="74593"/>
            </a:xfrm>
          </p:grpSpPr>
          <p:sp>
            <p:nvSpPr>
              <p:cNvPr id="1833" name="Google Shape;1833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28"/>
              <p:cNvSpPr/>
              <p:nvPr/>
            </p:nvSpPr>
            <p:spPr>
              <a:xfrm>
                <a:off x="357897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4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8"/>
              <p:cNvSpPr/>
              <p:nvPr/>
            </p:nvSpPr>
            <p:spPr>
              <a:xfrm>
                <a:off x="3636518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8"/>
              <p:cNvSpPr/>
              <p:nvPr/>
            </p:nvSpPr>
            <p:spPr>
              <a:xfrm>
                <a:off x="3698323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2" y="35"/>
                    </a:moveTo>
                    <a:lnTo>
                      <a:pt x="20" y="17"/>
                    </a:lnTo>
                    <a:lnTo>
                      <a:pt x="2" y="0"/>
                    </a:lnTo>
                    <a:lnTo>
                      <a:pt x="0" y="3"/>
                    </a:lnTo>
                    <a:lnTo>
                      <a:pt x="13" y="17"/>
                    </a:lnTo>
                    <a:lnTo>
                      <a:pt x="0" y="32"/>
                    </a:lnTo>
                    <a:lnTo>
                      <a:pt x="2" y="35"/>
                    </a:lnTo>
                    <a:lnTo>
                      <a:pt x="2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8"/>
              <p:cNvSpPr/>
              <p:nvPr/>
            </p:nvSpPr>
            <p:spPr>
              <a:xfrm>
                <a:off x="3755867" y="2550931"/>
                <a:ext cx="42625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" extrusionOk="0">
                    <a:moveTo>
                      <a:pt x="3" y="35"/>
                    </a:moveTo>
                    <a:lnTo>
                      <a:pt x="20" y="17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3" y="35"/>
                    </a:lnTo>
                    <a:lnTo>
                      <a:pt x="3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8"/>
              <p:cNvSpPr/>
              <p:nvPr/>
            </p:nvSpPr>
            <p:spPr>
              <a:xfrm>
                <a:off x="3813410" y="2550931"/>
                <a:ext cx="44757" cy="7459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5" extrusionOk="0">
                    <a:moveTo>
                      <a:pt x="4" y="35"/>
                    </a:moveTo>
                    <a:lnTo>
                      <a:pt x="21" y="17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15" y="17"/>
                    </a:lnTo>
                    <a:lnTo>
                      <a:pt x="0" y="32"/>
                    </a:lnTo>
                    <a:lnTo>
                      <a:pt x="4" y="35"/>
                    </a:lnTo>
                    <a:lnTo>
                      <a:pt x="4" y="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566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286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380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31"/>
          <p:cNvSpPr txBox="1">
            <a:spLocks noGrp="1"/>
          </p:cNvSpPr>
          <p:nvPr>
            <p:ph type="title"/>
          </p:nvPr>
        </p:nvSpPr>
        <p:spPr>
          <a:xfrm>
            <a:off x="723450" y="681367"/>
            <a:ext cx="76971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9882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54" name="Google Shape;54;p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3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3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65" name="Google Shape;65;p3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71" name="Google Shape;71;p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3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77" name="Google Shape;77;p3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3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" name="Google Shape;83;p3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84" name="Google Shape;84;p3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816544" y="2560800"/>
            <a:ext cx="5931225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" name="Google Shape;92;p3"/>
          <p:cNvSpPr txBox="1">
            <a:spLocks noGrp="1"/>
          </p:cNvSpPr>
          <p:nvPr>
            <p:ph type="body" idx="1"/>
          </p:nvPr>
        </p:nvSpPr>
        <p:spPr>
          <a:xfrm>
            <a:off x="816544" y="3683102"/>
            <a:ext cx="5931225" cy="210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866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4"/>
          <p:cNvGrpSpPr/>
          <p:nvPr/>
        </p:nvGrpSpPr>
        <p:grpSpPr>
          <a:xfrm rot="-5400000" flipH="1">
            <a:off x="3935779" y="1195000"/>
            <a:ext cx="456878" cy="8328437"/>
            <a:chOff x="-1891602" y="2136844"/>
            <a:chExt cx="223631" cy="1364652"/>
          </a:xfrm>
        </p:grpSpPr>
        <p:sp>
          <p:nvSpPr>
            <p:cNvPr id="95" name="Google Shape;95;p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4"/>
          <p:cNvSpPr/>
          <p:nvPr/>
        </p:nvSpPr>
        <p:spPr>
          <a:xfrm rot="-5400000" flipH="1">
            <a:off x="7499985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 rot="-5400000" flipH="1">
            <a:off x="7344254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 rot="-5400000" flipH="1">
            <a:off x="7733241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4"/>
          <p:cNvGrpSpPr/>
          <p:nvPr/>
        </p:nvGrpSpPr>
        <p:grpSpPr>
          <a:xfrm rot="-5400000" flipH="1">
            <a:off x="7456859" y="5351996"/>
            <a:ext cx="1730784" cy="1298088"/>
            <a:chOff x="-1891635" y="3077004"/>
            <a:chExt cx="850550" cy="850550"/>
          </a:xfrm>
        </p:grpSpPr>
        <p:sp>
          <p:nvSpPr>
            <p:cNvPr id="104" name="Google Shape;104;p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 rot="-5400000" flipH="1">
            <a:off x="4829429" y="2824399"/>
            <a:ext cx="6020786" cy="338028"/>
            <a:chOff x="-2238736" y="3074720"/>
            <a:chExt cx="773880" cy="223630"/>
          </a:xfrm>
        </p:grpSpPr>
        <p:sp>
          <p:nvSpPr>
            <p:cNvPr id="110" name="Google Shape;110;p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5" name="Google Shape;115;p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617156" y="726800"/>
            <a:ext cx="652995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617156" y="1670061"/>
            <a:ext cx="6529950" cy="3232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05000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Six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124" name="Google Shape;124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5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130" name="Google Shape;130;p5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136" name="Google Shape;136;p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" name="Google Shape;141;p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311700" y="593375"/>
            <a:ext cx="67461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1"/>
          </p:nvPr>
        </p:nvSpPr>
        <p:spPr>
          <a:xfrm>
            <a:off x="311698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body" idx="2"/>
          </p:nvPr>
        </p:nvSpPr>
        <p:spPr>
          <a:xfrm>
            <a:off x="311717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5" name="Google Shape;145;p5"/>
          <p:cNvSpPr txBox="1">
            <a:spLocks noGrp="1"/>
          </p:cNvSpPr>
          <p:nvPr>
            <p:ph type="subTitle" idx="3"/>
          </p:nvPr>
        </p:nvSpPr>
        <p:spPr>
          <a:xfrm>
            <a:off x="2613442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5"/>
          <p:cNvSpPr txBox="1">
            <a:spLocks noGrp="1"/>
          </p:cNvSpPr>
          <p:nvPr>
            <p:ph type="body" idx="4"/>
          </p:nvPr>
        </p:nvSpPr>
        <p:spPr>
          <a:xfrm>
            <a:off x="2613461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Google Shape;147;p5"/>
          <p:cNvSpPr txBox="1">
            <a:spLocks noGrp="1"/>
          </p:cNvSpPr>
          <p:nvPr>
            <p:ph type="subTitle" idx="5"/>
          </p:nvPr>
        </p:nvSpPr>
        <p:spPr>
          <a:xfrm>
            <a:off x="4915201" y="1769125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body" idx="6"/>
          </p:nvPr>
        </p:nvSpPr>
        <p:spPr>
          <a:xfrm>
            <a:off x="4915220" y="2333580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9" name="Google Shape;149;p5"/>
          <p:cNvSpPr txBox="1">
            <a:spLocks noGrp="1"/>
          </p:cNvSpPr>
          <p:nvPr>
            <p:ph type="subTitle" idx="7"/>
          </p:nvPr>
        </p:nvSpPr>
        <p:spPr>
          <a:xfrm>
            <a:off x="311660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body" idx="8"/>
          </p:nvPr>
        </p:nvSpPr>
        <p:spPr>
          <a:xfrm>
            <a:off x="311681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1" name="Google Shape;151;p5"/>
          <p:cNvSpPr txBox="1">
            <a:spLocks noGrp="1"/>
          </p:cNvSpPr>
          <p:nvPr>
            <p:ph type="subTitle" idx="9"/>
          </p:nvPr>
        </p:nvSpPr>
        <p:spPr>
          <a:xfrm>
            <a:off x="2613404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body" idx="13"/>
          </p:nvPr>
        </p:nvSpPr>
        <p:spPr>
          <a:xfrm>
            <a:off x="2613425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3" name="Google Shape;153;p5"/>
          <p:cNvSpPr txBox="1">
            <a:spLocks noGrp="1"/>
          </p:cNvSpPr>
          <p:nvPr>
            <p:ph type="subTitle" idx="14"/>
          </p:nvPr>
        </p:nvSpPr>
        <p:spPr>
          <a:xfrm>
            <a:off x="4915163" y="4234271"/>
            <a:ext cx="214267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body" idx="15"/>
          </p:nvPr>
        </p:nvSpPr>
        <p:spPr>
          <a:xfrm>
            <a:off x="4915184" y="4722527"/>
            <a:ext cx="214267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6117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Title subtitle and 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6"/>
          <p:cNvGrpSpPr/>
          <p:nvPr/>
        </p:nvGrpSpPr>
        <p:grpSpPr>
          <a:xfrm>
            <a:off x="7966754" y="73"/>
            <a:ext cx="291486" cy="2301486"/>
            <a:chOff x="-1891602" y="2136844"/>
            <a:chExt cx="223631" cy="1364652"/>
          </a:xfrm>
        </p:grpSpPr>
        <p:sp>
          <p:nvSpPr>
            <p:cNvPr id="157" name="Google Shape;157;p6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7224161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937662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067326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781006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779515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6"/>
          <p:cNvGrpSpPr/>
          <p:nvPr/>
        </p:nvGrpSpPr>
        <p:grpSpPr>
          <a:xfrm>
            <a:off x="7969676" y="1560035"/>
            <a:ext cx="1108692" cy="1478256"/>
            <a:chOff x="-1891635" y="3074688"/>
            <a:chExt cx="850550" cy="850550"/>
          </a:xfrm>
        </p:grpSpPr>
        <p:sp>
          <p:nvSpPr>
            <p:cNvPr id="168" name="Google Shape;168;p6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6"/>
          <p:cNvGrpSpPr/>
          <p:nvPr/>
        </p:nvGrpSpPr>
        <p:grpSpPr>
          <a:xfrm>
            <a:off x="7517230" y="1557273"/>
            <a:ext cx="1008752" cy="388669"/>
            <a:chOff x="-2238736" y="3074720"/>
            <a:chExt cx="773880" cy="223630"/>
          </a:xfrm>
        </p:grpSpPr>
        <p:sp>
          <p:nvSpPr>
            <p:cNvPr id="174" name="Google Shape;174;p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6970415" y="470355"/>
            <a:ext cx="1108653" cy="1478306"/>
            <a:chOff x="-2662477" y="2447714"/>
            <a:chExt cx="850520" cy="850579"/>
          </a:xfrm>
        </p:grpSpPr>
        <p:sp>
          <p:nvSpPr>
            <p:cNvPr id="180" name="Google Shape;180;p6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 rot="-5400000">
            <a:off x="7651841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6"/>
          <p:cNvGrpSpPr/>
          <p:nvPr/>
        </p:nvGrpSpPr>
        <p:grpSpPr>
          <a:xfrm>
            <a:off x="7787973" y="1199832"/>
            <a:ext cx="291486" cy="5658090"/>
            <a:chOff x="-2035620" y="2871544"/>
            <a:chExt cx="223631" cy="2244027"/>
          </a:xfrm>
        </p:grpSpPr>
        <p:sp>
          <p:nvSpPr>
            <p:cNvPr id="187" name="Google Shape;187;p6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2" name="Google Shape;192;p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718202" y="1294500"/>
            <a:ext cx="5278725" cy="17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subTitle" idx="1"/>
          </p:nvPr>
        </p:nvSpPr>
        <p:spPr>
          <a:xfrm>
            <a:off x="718181" y="3047998"/>
            <a:ext cx="5278725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3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body" idx="2"/>
          </p:nvPr>
        </p:nvSpPr>
        <p:spPr>
          <a:xfrm>
            <a:off x="718210" y="3578702"/>
            <a:ext cx="5278725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48949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Four boxe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7"/>
          <p:cNvGrpSpPr/>
          <p:nvPr/>
        </p:nvGrpSpPr>
        <p:grpSpPr>
          <a:xfrm rot="-5400000" flipH="1">
            <a:off x="686535" y="3629844"/>
            <a:ext cx="674493" cy="2057417"/>
            <a:chOff x="-1891602" y="2136844"/>
            <a:chExt cx="223631" cy="1364652"/>
          </a:xfrm>
        </p:grpSpPr>
        <p:sp>
          <p:nvSpPr>
            <p:cNvPr id="198" name="Google Shape;198;p7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7"/>
          <p:cNvSpPr/>
          <p:nvPr/>
        </p:nvSpPr>
        <p:spPr>
          <a:xfrm rot="-5400000" flipH="1">
            <a:off x="755570" y="5191747"/>
            <a:ext cx="1689346" cy="38876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 rot="-5400000" flipH="1">
            <a:off x="524494" y="4385498"/>
            <a:ext cx="1100100" cy="922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 rot="-5400000" flipH="1">
            <a:off x="1098776" y="4189274"/>
            <a:ext cx="717900" cy="956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 rot="-5400000" flipH="1">
            <a:off x="690709" y="4635949"/>
            <a:ext cx="2555137" cy="1916353"/>
            <a:chOff x="-1891635" y="3077004"/>
            <a:chExt cx="850550" cy="850550"/>
          </a:xfrm>
        </p:grpSpPr>
        <p:sp>
          <p:nvSpPr>
            <p:cNvPr id="207" name="Google Shape;207;p7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7"/>
          <p:cNvGrpSpPr/>
          <p:nvPr/>
        </p:nvGrpSpPr>
        <p:grpSpPr>
          <a:xfrm rot="-5400000" flipH="1">
            <a:off x="-1549844" y="2542759"/>
            <a:ext cx="5611868" cy="498975"/>
            <a:chOff x="-2238736" y="3074720"/>
            <a:chExt cx="773880" cy="223630"/>
          </a:xfrm>
        </p:grpSpPr>
        <p:sp>
          <p:nvSpPr>
            <p:cNvPr id="213" name="Google Shape;213;p7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8" name="Google Shape;218;p7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>
            <a:spLocks noGrp="1"/>
          </p:cNvSpPr>
          <p:nvPr>
            <p:ph type="title"/>
          </p:nvPr>
        </p:nvSpPr>
        <p:spPr>
          <a:xfrm>
            <a:off x="1728788" y="499500"/>
            <a:ext cx="7183575" cy="96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0" name="Google Shape;220;p7"/>
          <p:cNvSpPr txBox="1">
            <a:spLocks noGrp="1"/>
          </p:cNvSpPr>
          <p:nvPr>
            <p:ph type="subTitle" idx="1"/>
          </p:nvPr>
        </p:nvSpPr>
        <p:spPr>
          <a:xfrm>
            <a:off x="2360479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body" idx="2"/>
          </p:nvPr>
        </p:nvSpPr>
        <p:spPr>
          <a:xfrm>
            <a:off x="2360501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7"/>
          <p:cNvSpPr txBox="1">
            <a:spLocks noGrp="1"/>
          </p:cNvSpPr>
          <p:nvPr>
            <p:ph type="subTitle" idx="3"/>
          </p:nvPr>
        </p:nvSpPr>
        <p:spPr>
          <a:xfrm>
            <a:off x="4969228" y="1955010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7"/>
          <p:cNvSpPr txBox="1">
            <a:spLocks noGrp="1"/>
          </p:cNvSpPr>
          <p:nvPr>
            <p:ph type="body" idx="4"/>
          </p:nvPr>
        </p:nvSpPr>
        <p:spPr>
          <a:xfrm>
            <a:off x="4969254" y="2598286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4" name="Google Shape;224;p7"/>
          <p:cNvSpPr txBox="1">
            <a:spLocks noGrp="1"/>
          </p:cNvSpPr>
          <p:nvPr>
            <p:ph type="subTitle" idx="5"/>
          </p:nvPr>
        </p:nvSpPr>
        <p:spPr>
          <a:xfrm>
            <a:off x="3564084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7"/>
          <p:cNvSpPr txBox="1">
            <a:spLocks noGrp="1"/>
          </p:cNvSpPr>
          <p:nvPr>
            <p:ph type="body" idx="6"/>
          </p:nvPr>
        </p:nvSpPr>
        <p:spPr>
          <a:xfrm>
            <a:off x="3564114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6" name="Google Shape;226;p7"/>
          <p:cNvSpPr txBox="1">
            <a:spLocks noGrp="1"/>
          </p:cNvSpPr>
          <p:nvPr>
            <p:ph type="body" idx="7"/>
          </p:nvPr>
        </p:nvSpPr>
        <p:spPr>
          <a:xfrm>
            <a:off x="6172868" y="5083782"/>
            <a:ext cx="2428425" cy="1164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7" name="Google Shape;227;p7"/>
          <p:cNvSpPr txBox="1">
            <a:spLocks noGrp="1"/>
          </p:cNvSpPr>
          <p:nvPr>
            <p:ph type="subTitle" idx="8"/>
          </p:nvPr>
        </p:nvSpPr>
        <p:spPr>
          <a:xfrm>
            <a:off x="6172842" y="4440507"/>
            <a:ext cx="2428425" cy="64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5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1446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>
            <a:spLocks noGrp="1"/>
          </p:cNvSpPr>
          <p:nvPr>
            <p:ph type="title"/>
          </p:nvPr>
        </p:nvSpPr>
        <p:spPr>
          <a:xfrm>
            <a:off x="767344" y="593213"/>
            <a:ext cx="76092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body" idx="1"/>
          </p:nvPr>
        </p:nvSpPr>
        <p:spPr>
          <a:xfrm>
            <a:off x="767335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1" name="Google Shape;231;p8"/>
          <p:cNvSpPr txBox="1">
            <a:spLocks noGrp="1"/>
          </p:cNvSpPr>
          <p:nvPr>
            <p:ph type="body" idx="2"/>
          </p:nvPr>
        </p:nvSpPr>
        <p:spPr>
          <a:xfrm>
            <a:off x="4804566" y="1848925"/>
            <a:ext cx="3572100" cy="38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685800" lvl="1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2" name="Google Shape;232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33" name="Google Shape;233;p8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 rot="5400000">
            <a:off x="-488411" y="593604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8"/>
          <p:cNvGrpSpPr/>
          <p:nvPr/>
        </p:nvGrpSpPr>
        <p:grpSpPr>
          <a:xfrm rot="-5400000" flipH="1">
            <a:off x="4350458" y="1744279"/>
            <a:ext cx="456878" cy="9157770"/>
            <a:chOff x="-1891602" y="2136844"/>
            <a:chExt cx="223631" cy="1364652"/>
          </a:xfrm>
        </p:grpSpPr>
        <p:sp>
          <p:nvSpPr>
            <p:cNvPr id="236" name="Google Shape;236;p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1" name="Google Shape;241;p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40918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575213" y="679800"/>
            <a:ext cx="79935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5" name="Google Shape;245;p9"/>
          <p:cNvSpPr txBox="1">
            <a:spLocks noGrp="1"/>
          </p:cNvSpPr>
          <p:nvPr>
            <p:ph type="body" idx="1"/>
          </p:nvPr>
        </p:nvSpPr>
        <p:spPr>
          <a:xfrm>
            <a:off x="700875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6" name="Google Shape;246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2"/>
          </p:nvPr>
        </p:nvSpPr>
        <p:spPr>
          <a:xfrm>
            <a:off x="703688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9"/>
          <p:cNvSpPr txBox="1">
            <a:spLocks noGrp="1"/>
          </p:cNvSpPr>
          <p:nvPr>
            <p:ph type="body" idx="3"/>
          </p:nvPr>
        </p:nvSpPr>
        <p:spPr>
          <a:xfrm>
            <a:off x="3391763" y="3451375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9" name="Google Shape;249;p9"/>
          <p:cNvSpPr txBox="1">
            <a:spLocks noGrp="1"/>
          </p:cNvSpPr>
          <p:nvPr>
            <p:ph type="subTitle" idx="4"/>
          </p:nvPr>
        </p:nvSpPr>
        <p:spPr>
          <a:xfrm>
            <a:off x="3394575" y="5018929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9"/>
          <p:cNvSpPr txBox="1">
            <a:spLocks noGrp="1"/>
          </p:cNvSpPr>
          <p:nvPr>
            <p:ph type="body" idx="5"/>
          </p:nvPr>
        </p:nvSpPr>
        <p:spPr>
          <a:xfrm>
            <a:off x="6082650" y="3451362"/>
            <a:ext cx="2360475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1" name="Google Shape;251;p9"/>
          <p:cNvSpPr txBox="1">
            <a:spLocks noGrp="1"/>
          </p:cNvSpPr>
          <p:nvPr>
            <p:ph type="subTitle" idx="6"/>
          </p:nvPr>
        </p:nvSpPr>
        <p:spPr>
          <a:xfrm>
            <a:off x="6085463" y="5018924"/>
            <a:ext cx="2360475" cy="588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68240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0"/>
          <p:cNvGrpSpPr/>
          <p:nvPr/>
        </p:nvGrpSpPr>
        <p:grpSpPr>
          <a:xfrm flipH="1">
            <a:off x="885760" y="73"/>
            <a:ext cx="291486" cy="2301486"/>
            <a:chOff x="-1891602" y="2136844"/>
            <a:chExt cx="223631" cy="1364652"/>
          </a:xfrm>
        </p:grpSpPr>
        <p:sp>
          <p:nvSpPr>
            <p:cNvPr id="254" name="Google Shape;254;p10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0"/>
          <p:cNvSpPr/>
          <p:nvPr/>
        </p:nvSpPr>
        <p:spPr>
          <a:xfrm flipH="1">
            <a:off x="1346137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 flipH="1">
            <a:off x="1067806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 flipH="1">
            <a:off x="344527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 flipH="1">
            <a:off x="885769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 flipH="1">
            <a:off x="1052861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0"/>
          <p:cNvGrpSpPr/>
          <p:nvPr/>
        </p:nvGrpSpPr>
        <p:grpSpPr>
          <a:xfrm flipH="1">
            <a:off x="65632" y="1560035"/>
            <a:ext cx="1108692" cy="1478256"/>
            <a:chOff x="-1891635" y="3074688"/>
            <a:chExt cx="850550" cy="850550"/>
          </a:xfrm>
        </p:grpSpPr>
        <p:sp>
          <p:nvSpPr>
            <p:cNvPr id="265" name="Google Shape;265;p10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 flipH="1">
            <a:off x="618019" y="1557273"/>
            <a:ext cx="1008752" cy="388669"/>
            <a:chOff x="-2238736" y="3074720"/>
            <a:chExt cx="773880" cy="223630"/>
          </a:xfrm>
        </p:grpSpPr>
        <p:sp>
          <p:nvSpPr>
            <p:cNvPr id="271" name="Google Shape;271;p10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0"/>
          <p:cNvGrpSpPr/>
          <p:nvPr/>
        </p:nvGrpSpPr>
        <p:grpSpPr>
          <a:xfrm flipH="1">
            <a:off x="1064933" y="470355"/>
            <a:ext cx="1108653" cy="1478306"/>
            <a:chOff x="-2662477" y="2447714"/>
            <a:chExt cx="850520" cy="850579"/>
          </a:xfrm>
        </p:grpSpPr>
        <p:sp>
          <p:nvSpPr>
            <p:cNvPr id="277" name="Google Shape;277;p10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0"/>
          <p:cNvSpPr/>
          <p:nvPr/>
        </p:nvSpPr>
        <p:spPr>
          <a:xfrm rot="5400000" flipH="1">
            <a:off x="702860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3" name="Google Shape;283;p10"/>
          <p:cNvGrpSpPr/>
          <p:nvPr/>
        </p:nvGrpSpPr>
        <p:grpSpPr>
          <a:xfrm flipH="1">
            <a:off x="1064541" y="1199832"/>
            <a:ext cx="291486" cy="5658090"/>
            <a:chOff x="-2035620" y="2871544"/>
            <a:chExt cx="223631" cy="2244027"/>
          </a:xfrm>
        </p:grpSpPr>
        <p:sp>
          <p:nvSpPr>
            <p:cNvPr id="284" name="Google Shape;284;p10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9" name="Google Shape;289;p10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 txBox="1">
            <a:spLocks noGrp="1"/>
          </p:cNvSpPr>
          <p:nvPr>
            <p:ph type="title"/>
          </p:nvPr>
        </p:nvSpPr>
        <p:spPr>
          <a:xfrm>
            <a:off x="1813950" y="575575"/>
            <a:ext cx="6920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10"/>
          <p:cNvSpPr txBox="1">
            <a:spLocks noGrp="1"/>
          </p:cNvSpPr>
          <p:nvPr>
            <p:ph type="body" idx="1"/>
          </p:nvPr>
        </p:nvSpPr>
        <p:spPr>
          <a:xfrm>
            <a:off x="1716680" y="4353503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2" name="Google Shape;29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93" name="Google Shape;293;p10"/>
          <p:cNvSpPr txBox="1">
            <a:spLocks noGrp="1"/>
          </p:cNvSpPr>
          <p:nvPr>
            <p:ph type="subTitle" idx="2"/>
          </p:nvPr>
        </p:nvSpPr>
        <p:spPr>
          <a:xfrm>
            <a:off x="1716680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10"/>
          <p:cNvSpPr txBox="1">
            <a:spLocks noGrp="1"/>
          </p:cNvSpPr>
          <p:nvPr>
            <p:ph type="body" idx="3"/>
          </p:nvPr>
        </p:nvSpPr>
        <p:spPr>
          <a:xfrm>
            <a:off x="3140345" y="435350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5" name="Google Shape;295;p10"/>
          <p:cNvSpPr txBox="1">
            <a:spLocks noGrp="1"/>
          </p:cNvSpPr>
          <p:nvPr>
            <p:ph type="subTitle" idx="4"/>
          </p:nvPr>
        </p:nvSpPr>
        <p:spPr>
          <a:xfrm>
            <a:off x="3150646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6" name="Google Shape;296;p10"/>
          <p:cNvSpPr txBox="1">
            <a:spLocks noGrp="1"/>
          </p:cNvSpPr>
          <p:nvPr>
            <p:ph type="body" idx="5"/>
          </p:nvPr>
        </p:nvSpPr>
        <p:spPr>
          <a:xfrm>
            <a:off x="4564009" y="4353517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7" name="Google Shape;297;p10"/>
          <p:cNvSpPr txBox="1">
            <a:spLocks noGrp="1"/>
          </p:cNvSpPr>
          <p:nvPr>
            <p:ph type="subTitle" idx="6"/>
          </p:nvPr>
        </p:nvSpPr>
        <p:spPr>
          <a:xfrm>
            <a:off x="4584611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4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10"/>
          <p:cNvSpPr txBox="1">
            <a:spLocks noGrp="1"/>
          </p:cNvSpPr>
          <p:nvPr>
            <p:ph type="body" idx="7"/>
          </p:nvPr>
        </p:nvSpPr>
        <p:spPr>
          <a:xfrm>
            <a:off x="5987673" y="4353525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9" name="Google Shape;299;p10"/>
          <p:cNvSpPr txBox="1">
            <a:spLocks noGrp="1"/>
          </p:cNvSpPr>
          <p:nvPr>
            <p:ph type="subTitle" idx="8"/>
          </p:nvPr>
        </p:nvSpPr>
        <p:spPr>
          <a:xfrm>
            <a:off x="6018577" y="2393575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6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10"/>
          <p:cNvSpPr txBox="1">
            <a:spLocks noGrp="1"/>
          </p:cNvSpPr>
          <p:nvPr>
            <p:ph type="body" idx="9"/>
          </p:nvPr>
        </p:nvSpPr>
        <p:spPr>
          <a:xfrm>
            <a:off x="7411337" y="4353491"/>
            <a:ext cx="1419975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1938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marL="685800" lvl="1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marL="1028700" lvl="2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3pPr>
            <a:lvl4pPr marL="1371600" lvl="3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4pPr>
            <a:lvl5pPr marL="1714500" lvl="4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5pPr>
            <a:lvl6pPr marL="2057400" lvl="5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6pPr>
            <a:lvl7pPr marL="2400300" lvl="6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7pPr>
            <a:lvl8pPr marL="2743200" lvl="7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8pPr>
            <a:lvl9pPr marL="3086100" lvl="8" indent="-24765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1" name="Google Shape;301;p10"/>
          <p:cNvSpPr txBox="1">
            <a:spLocks noGrp="1"/>
          </p:cNvSpPr>
          <p:nvPr>
            <p:ph type="subTitle" idx="13"/>
          </p:nvPr>
        </p:nvSpPr>
        <p:spPr>
          <a:xfrm>
            <a:off x="7452542" y="2393550"/>
            <a:ext cx="1337625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25">
                <a:solidFill>
                  <a:schemeClr val="accent3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10"/>
          <p:cNvSpPr txBox="1">
            <a:spLocks noGrp="1"/>
          </p:cNvSpPr>
          <p:nvPr>
            <p:ph type="subTitle" idx="14"/>
          </p:nvPr>
        </p:nvSpPr>
        <p:spPr>
          <a:xfrm>
            <a:off x="1716680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0"/>
          <p:cNvSpPr txBox="1">
            <a:spLocks noGrp="1"/>
          </p:cNvSpPr>
          <p:nvPr>
            <p:ph type="subTitle" idx="15"/>
          </p:nvPr>
        </p:nvSpPr>
        <p:spPr>
          <a:xfrm>
            <a:off x="3140345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0"/>
          <p:cNvSpPr txBox="1">
            <a:spLocks noGrp="1"/>
          </p:cNvSpPr>
          <p:nvPr>
            <p:ph type="subTitle" idx="16"/>
          </p:nvPr>
        </p:nvSpPr>
        <p:spPr>
          <a:xfrm>
            <a:off x="4564008" y="3899012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0"/>
          <p:cNvSpPr txBox="1">
            <a:spLocks noGrp="1"/>
          </p:cNvSpPr>
          <p:nvPr>
            <p:ph type="subTitle" idx="17"/>
          </p:nvPr>
        </p:nvSpPr>
        <p:spPr>
          <a:xfrm>
            <a:off x="5987672" y="3899000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10"/>
          <p:cNvSpPr txBox="1">
            <a:spLocks noGrp="1"/>
          </p:cNvSpPr>
          <p:nvPr>
            <p:ph type="subTitle" idx="18"/>
          </p:nvPr>
        </p:nvSpPr>
        <p:spPr>
          <a:xfrm>
            <a:off x="7411337" y="3898987"/>
            <a:ext cx="1419975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1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59768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9" name="Google Shape;309;p11"/>
          <p:cNvSpPr/>
          <p:nvPr/>
        </p:nvSpPr>
        <p:spPr>
          <a:xfrm flipH="1">
            <a:off x="499541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 flipH="1">
            <a:off x="814384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 rot="-5400000" flipH="1">
            <a:off x="527477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11"/>
          <p:cNvGrpSpPr/>
          <p:nvPr/>
        </p:nvGrpSpPr>
        <p:grpSpPr>
          <a:xfrm rot="-5400000" flipH="1">
            <a:off x="-1171351" y="1654488"/>
            <a:ext cx="3729018" cy="420011"/>
            <a:chOff x="-2238736" y="3074720"/>
            <a:chExt cx="773880" cy="223630"/>
          </a:xfrm>
        </p:grpSpPr>
        <p:sp>
          <p:nvSpPr>
            <p:cNvPr id="313" name="Google Shape;313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11"/>
          <p:cNvGrpSpPr/>
          <p:nvPr/>
        </p:nvGrpSpPr>
        <p:grpSpPr>
          <a:xfrm flipH="1">
            <a:off x="483040" y="2726280"/>
            <a:ext cx="1464750" cy="1933470"/>
            <a:chOff x="307943" y="1880647"/>
            <a:chExt cx="2520000" cy="2494800"/>
          </a:xfrm>
        </p:grpSpPr>
        <p:sp>
          <p:nvSpPr>
            <p:cNvPr id="319" name="Google Shape;319;p11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11"/>
          <p:cNvGrpSpPr/>
          <p:nvPr/>
        </p:nvGrpSpPr>
        <p:grpSpPr>
          <a:xfrm rot="-5400000" flipH="1">
            <a:off x="-891673" y="5066631"/>
            <a:ext cx="3162615" cy="420011"/>
            <a:chOff x="-2238736" y="3074720"/>
            <a:chExt cx="773880" cy="223630"/>
          </a:xfrm>
        </p:grpSpPr>
        <p:sp>
          <p:nvSpPr>
            <p:cNvPr id="325" name="Google Shape;325;p11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p11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1400175" y="593375"/>
            <a:ext cx="743197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3750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2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34" name="Google Shape;334;p12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2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2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" name="Google Shape;339;p12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2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43" name="Google Shape;343;p12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12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349" name="Google Shape;349;p12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4" name="Google Shape;354;p12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 txBox="1">
            <a:spLocks noGrp="1"/>
          </p:cNvSpPr>
          <p:nvPr>
            <p:ph type="title"/>
          </p:nvPr>
        </p:nvSpPr>
        <p:spPr>
          <a:xfrm>
            <a:off x="1840594" y="1064800"/>
            <a:ext cx="4677975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6" name="Google Shape;356;p12"/>
          <p:cNvSpPr txBox="1">
            <a:spLocks noGrp="1"/>
          </p:cNvSpPr>
          <p:nvPr>
            <p:ph type="body" idx="1"/>
          </p:nvPr>
        </p:nvSpPr>
        <p:spPr>
          <a:xfrm>
            <a:off x="1840594" y="2350950"/>
            <a:ext cx="4677975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7" name="Google Shape;3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58" name="Google Shape;358;p12"/>
          <p:cNvSpPr>
            <a:spLocks noGrp="1"/>
          </p:cNvSpPr>
          <p:nvPr>
            <p:ph type="pic" idx="2"/>
          </p:nvPr>
        </p:nvSpPr>
        <p:spPr>
          <a:xfrm>
            <a:off x="6830794" y="1064800"/>
            <a:ext cx="2018250" cy="2691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84839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 column text and image left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3"/>
          <p:cNvGrpSpPr/>
          <p:nvPr/>
        </p:nvGrpSpPr>
        <p:grpSpPr>
          <a:xfrm rot="5400000">
            <a:off x="8343890" y="3797034"/>
            <a:ext cx="395089" cy="1205159"/>
            <a:chOff x="-1891602" y="2136844"/>
            <a:chExt cx="223631" cy="1364652"/>
          </a:xfrm>
        </p:grpSpPr>
        <p:sp>
          <p:nvSpPr>
            <p:cNvPr id="361" name="Google Shape;361;p13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3"/>
          <p:cNvSpPr/>
          <p:nvPr/>
        </p:nvSpPr>
        <p:spPr>
          <a:xfrm rot="5400000">
            <a:off x="7709632" y="4710897"/>
            <a:ext cx="987887" cy="22803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 rot="5400000">
            <a:off x="8189487" y="4239633"/>
            <a:ext cx="644400" cy="540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 rot="5400000">
            <a:off x="8076907" y="4124708"/>
            <a:ext cx="420600" cy="5602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9" name="Google Shape;369;p13"/>
          <p:cNvGrpSpPr/>
          <p:nvPr/>
        </p:nvGrpSpPr>
        <p:grpSpPr>
          <a:xfrm rot="5400000">
            <a:off x="7239818" y="4386321"/>
            <a:ext cx="1496713" cy="1122535"/>
            <a:chOff x="-1891635" y="3077004"/>
            <a:chExt cx="850550" cy="850550"/>
          </a:xfrm>
        </p:grpSpPr>
        <p:sp>
          <p:nvSpPr>
            <p:cNvPr id="370" name="Google Shape;370;p13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3"/>
          <p:cNvGrpSpPr/>
          <p:nvPr/>
        </p:nvGrpSpPr>
        <p:grpSpPr>
          <a:xfrm rot="5400000">
            <a:off x="5911138" y="2309870"/>
            <a:ext cx="4988121" cy="292206"/>
            <a:chOff x="-2238736" y="3074720"/>
            <a:chExt cx="773880" cy="223630"/>
          </a:xfrm>
        </p:grpSpPr>
        <p:sp>
          <p:nvSpPr>
            <p:cNvPr id="376" name="Google Shape;376;p13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1" name="Google Shape;381;p13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 flipH="1">
            <a:off x="-9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3"/>
          <p:cNvSpPr txBox="1">
            <a:spLocks noGrp="1"/>
          </p:cNvSpPr>
          <p:nvPr>
            <p:ph type="title"/>
          </p:nvPr>
        </p:nvSpPr>
        <p:spPr>
          <a:xfrm>
            <a:off x="5401388" y="914388"/>
            <a:ext cx="3150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3" name="Google Shape;383;p13"/>
          <p:cNvSpPr txBox="1">
            <a:spLocks noGrp="1"/>
          </p:cNvSpPr>
          <p:nvPr>
            <p:ph type="body" idx="1"/>
          </p:nvPr>
        </p:nvSpPr>
        <p:spPr>
          <a:xfrm>
            <a:off x="448988" y="5491100"/>
            <a:ext cx="8246025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4" name="Google Shape;384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85" name="Google Shape;385;p13"/>
          <p:cNvSpPr>
            <a:spLocks noGrp="1"/>
          </p:cNvSpPr>
          <p:nvPr>
            <p:ph type="pic" idx="2"/>
          </p:nvPr>
        </p:nvSpPr>
        <p:spPr>
          <a:xfrm>
            <a:off x="448987" y="509800"/>
            <a:ext cx="4852125" cy="46794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726930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 column text and image right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4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388" name="Google Shape;388;p14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4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p14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397" name="Google Shape;397;p14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4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403" name="Google Shape;403;p14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4"/>
          <p:cNvSpPr>
            <a:spLocks noGrp="1"/>
          </p:cNvSpPr>
          <p:nvPr>
            <p:ph type="pic" idx="2"/>
          </p:nvPr>
        </p:nvSpPr>
        <p:spPr>
          <a:xfrm>
            <a:off x="4756856" y="0"/>
            <a:ext cx="41314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10" name="Google Shape;410;p14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4"/>
          <p:cNvSpPr txBox="1">
            <a:spLocks noGrp="1"/>
          </p:cNvSpPr>
          <p:nvPr>
            <p:ph type="title"/>
          </p:nvPr>
        </p:nvSpPr>
        <p:spPr>
          <a:xfrm>
            <a:off x="1791563" y="772250"/>
            <a:ext cx="2823300" cy="1260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555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2" name="Google Shape;412;p14"/>
          <p:cNvSpPr txBox="1">
            <a:spLocks noGrp="1"/>
          </p:cNvSpPr>
          <p:nvPr>
            <p:ph type="body" idx="1"/>
          </p:nvPr>
        </p:nvSpPr>
        <p:spPr>
          <a:xfrm>
            <a:off x="1791563" y="2137646"/>
            <a:ext cx="2823300" cy="2703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2pPr>
            <a:lvl3pPr marL="1028700" lvl="2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3pPr>
            <a:lvl4pPr marL="1371600" lvl="3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4pPr>
            <a:lvl5pPr marL="1714500" lvl="4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5pPr>
            <a:lvl6pPr marL="2057400" lvl="5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6pPr>
            <a:lvl7pPr marL="2400300" lvl="6" indent="-309563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175"/>
            </a:lvl7pPr>
            <a:lvl8pPr marL="2743200" lvl="7" indent="-309563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175"/>
            </a:lvl8pPr>
            <a:lvl9pPr marL="3086100" lvl="8" indent="-309563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1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6911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5"/>
          <p:cNvGrpSpPr/>
          <p:nvPr/>
        </p:nvGrpSpPr>
        <p:grpSpPr>
          <a:xfrm flipH="1">
            <a:off x="895793" y="73"/>
            <a:ext cx="291486" cy="2301486"/>
            <a:chOff x="-1891602" y="2136844"/>
            <a:chExt cx="223631" cy="1364652"/>
          </a:xfrm>
        </p:grpSpPr>
        <p:sp>
          <p:nvSpPr>
            <p:cNvPr id="415" name="Google Shape;415;p15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15"/>
          <p:cNvSpPr/>
          <p:nvPr/>
        </p:nvSpPr>
        <p:spPr>
          <a:xfrm flipH="1">
            <a:off x="1356170" y="1308917"/>
            <a:ext cx="573703" cy="367862"/>
          </a:xfrm>
          <a:custGeom>
            <a:avLst/>
            <a:gdLst/>
            <a:ahLst/>
            <a:cxnLst/>
            <a:rect l="l" t="t" r="r" b="b"/>
            <a:pathLst>
              <a:path w="1365959" h="656897" extrusionOk="0">
                <a:moveTo>
                  <a:pt x="0" y="0"/>
                </a:moveTo>
                <a:lnTo>
                  <a:pt x="17413" y="6516"/>
                </a:lnTo>
                <a:lnTo>
                  <a:pt x="105550" y="38918"/>
                </a:lnTo>
                <a:lnTo>
                  <a:pt x="137304" y="103978"/>
                </a:lnTo>
                <a:cubicBezTo>
                  <a:pt x="347332" y="476436"/>
                  <a:pt x="741671" y="454639"/>
                  <a:pt x="741671" y="454639"/>
                </a:cubicBezTo>
                <a:lnTo>
                  <a:pt x="1236342" y="454639"/>
                </a:lnTo>
                <a:lnTo>
                  <a:pt x="1365959" y="502291"/>
                </a:lnTo>
                <a:lnTo>
                  <a:pt x="1357987" y="502290"/>
                </a:lnTo>
                <a:lnTo>
                  <a:pt x="1365959" y="505237"/>
                </a:lnTo>
                <a:lnTo>
                  <a:pt x="1358041" y="505236"/>
                </a:lnTo>
                <a:lnTo>
                  <a:pt x="1365959" y="508181"/>
                </a:lnTo>
                <a:lnTo>
                  <a:pt x="1358088" y="508180"/>
                </a:lnTo>
                <a:lnTo>
                  <a:pt x="1365959" y="511125"/>
                </a:lnTo>
                <a:lnTo>
                  <a:pt x="1358134" y="511124"/>
                </a:lnTo>
                <a:lnTo>
                  <a:pt x="1365959" y="514069"/>
                </a:lnTo>
                <a:lnTo>
                  <a:pt x="1357877" y="514068"/>
                </a:lnTo>
                <a:lnTo>
                  <a:pt x="1365959" y="517127"/>
                </a:lnTo>
                <a:lnTo>
                  <a:pt x="1358213" y="517126"/>
                </a:lnTo>
                <a:lnTo>
                  <a:pt x="1365959" y="520074"/>
                </a:lnTo>
                <a:lnTo>
                  <a:pt x="1358267" y="520073"/>
                </a:lnTo>
                <a:lnTo>
                  <a:pt x="1365959" y="523018"/>
                </a:lnTo>
                <a:lnTo>
                  <a:pt x="1358311" y="523016"/>
                </a:lnTo>
                <a:lnTo>
                  <a:pt x="1365959" y="525961"/>
                </a:lnTo>
                <a:lnTo>
                  <a:pt x="1358354" y="525960"/>
                </a:lnTo>
                <a:lnTo>
                  <a:pt x="1365959" y="528905"/>
                </a:lnTo>
                <a:lnTo>
                  <a:pt x="1358102" y="528904"/>
                </a:lnTo>
                <a:lnTo>
                  <a:pt x="1365959" y="531963"/>
                </a:lnTo>
                <a:lnTo>
                  <a:pt x="1358427" y="531961"/>
                </a:lnTo>
                <a:lnTo>
                  <a:pt x="1365959" y="534910"/>
                </a:lnTo>
                <a:lnTo>
                  <a:pt x="1358480" y="534909"/>
                </a:lnTo>
                <a:lnTo>
                  <a:pt x="1365959" y="537854"/>
                </a:lnTo>
                <a:lnTo>
                  <a:pt x="1358520" y="537853"/>
                </a:lnTo>
                <a:lnTo>
                  <a:pt x="1365959" y="540798"/>
                </a:lnTo>
                <a:lnTo>
                  <a:pt x="1358274" y="540797"/>
                </a:lnTo>
                <a:lnTo>
                  <a:pt x="1365959" y="543856"/>
                </a:lnTo>
                <a:lnTo>
                  <a:pt x="1358592" y="543855"/>
                </a:lnTo>
                <a:lnTo>
                  <a:pt x="1365959" y="546803"/>
                </a:lnTo>
                <a:lnTo>
                  <a:pt x="1358645" y="546802"/>
                </a:lnTo>
                <a:lnTo>
                  <a:pt x="1365959" y="549746"/>
                </a:lnTo>
                <a:lnTo>
                  <a:pt x="1358680" y="549745"/>
                </a:lnTo>
                <a:lnTo>
                  <a:pt x="1365959" y="552690"/>
                </a:lnTo>
                <a:lnTo>
                  <a:pt x="1358720" y="552689"/>
                </a:lnTo>
                <a:lnTo>
                  <a:pt x="1365959" y="555634"/>
                </a:lnTo>
                <a:lnTo>
                  <a:pt x="1358479" y="555632"/>
                </a:lnTo>
                <a:lnTo>
                  <a:pt x="1365959" y="558692"/>
                </a:lnTo>
                <a:lnTo>
                  <a:pt x="1358796" y="558690"/>
                </a:lnTo>
                <a:lnTo>
                  <a:pt x="1365959" y="561635"/>
                </a:lnTo>
                <a:lnTo>
                  <a:pt x="1358825" y="561634"/>
                </a:lnTo>
                <a:lnTo>
                  <a:pt x="1365959" y="564583"/>
                </a:lnTo>
                <a:lnTo>
                  <a:pt x="1358872" y="564582"/>
                </a:lnTo>
                <a:lnTo>
                  <a:pt x="1365959" y="567527"/>
                </a:lnTo>
                <a:lnTo>
                  <a:pt x="1358908" y="567526"/>
                </a:lnTo>
                <a:lnTo>
                  <a:pt x="1365959" y="570471"/>
                </a:lnTo>
                <a:lnTo>
                  <a:pt x="1358673" y="570469"/>
                </a:lnTo>
                <a:lnTo>
                  <a:pt x="1365959" y="573529"/>
                </a:lnTo>
                <a:lnTo>
                  <a:pt x="1358973" y="573527"/>
                </a:lnTo>
                <a:lnTo>
                  <a:pt x="1365959" y="576476"/>
                </a:lnTo>
                <a:lnTo>
                  <a:pt x="1359015" y="576475"/>
                </a:lnTo>
                <a:lnTo>
                  <a:pt x="1365959" y="579420"/>
                </a:lnTo>
                <a:lnTo>
                  <a:pt x="1359054" y="579420"/>
                </a:lnTo>
                <a:lnTo>
                  <a:pt x="1365959" y="582363"/>
                </a:lnTo>
                <a:lnTo>
                  <a:pt x="1358813" y="582363"/>
                </a:lnTo>
                <a:lnTo>
                  <a:pt x="1365959" y="585424"/>
                </a:lnTo>
                <a:lnTo>
                  <a:pt x="1359127" y="585424"/>
                </a:lnTo>
                <a:lnTo>
                  <a:pt x="1365959" y="588367"/>
                </a:lnTo>
                <a:lnTo>
                  <a:pt x="1359157" y="588367"/>
                </a:lnTo>
                <a:lnTo>
                  <a:pt x="1365959" y="591311"/>
                </a:lnTo>
                <a:lnTo>
                  <a:pt x="1359191" y="591311"/>
                </a:lnTo>
                <a:lnTo>
                  <a:pt x="1365959" y="594255"/>
                </a:lnTo>
                <a:lnTo>
                  <a:pt x="1359225" y="594255"/>
                </a:lnTo>
                <a:lnTo>
                  <a:pt x="1365959" y="597198"/>
                </a:lnTo>
                <a:lnTo>
                  <a:pt x="1359000" y="597198"/>
                </a:lnTo>
                <a:lnTo>
                  <a:pt x="1365959" y="600256"/>
                </a:lnTo>
                <a:lnTo>
                  <a:pt x="1359283" y="600256"/>
                </a:lnTo>
                <a:lnTo>
                  <a:pt x="1365959" y="603204"/>
                </a:lnTo>
                <a:lnTo>
                  <a:pt x="1359325" y="603204"/>
                </a:lnTo>
                <a:lnTo>
                  <a:pt x="1365959" y="606148"/>
                </a:lnTo>
                <a:lnTo>
                  <a:pt x="1359357" y="606148"/>
                </a:lnTo>
                <a:lnTo>
                  <a:pt x="1365959" y="609092"/>
                </a:lnTo>
                <a:lnTo>
                  <a:pt x="1359388" y="609092"/>
                </a:lnTo>
                <a:lnTo>
                  <a:pt x="1365959" y="612035"/>
                </a:lnTo>
                <a:lnTo>
                  <a:pt x="1359160" y="612035"/>
                </a:lnTo>
                <a:lnTo>
                  <a:pt x="1365959" y="615097"/>
                </a:lnTo>
                <a:lnTo>
                  <a:pt x="1359452" y="615097"/>
                </a:lnTo>
                <a:lnTo>
                  <a:pt x="1365959" y="618041"/>
                </a:lnTo>
                <a:lnTo>
                  <a:pt x="1359483" y="618041"/>
                </a:lnTo>
                <a:lnTo>
                  <a:pt x="1365959" y="620985"/>
                </a:lnTo>
                <a:lnTo>
                  <a:pt x="1359513" y="620985"/>
                </a:lnTo>
                <a:lnTo>
                  <a:pt x="1365959" y="623929"/>
                </a:lnTo>
                <a:lnTo>
                  <a:pt x="1359297" y="623929"/>
                </a:lnTo>
                <a:lnTo>
                  <a:pt x="1365959" y="626986"/>
                </a:lnTo>
                <a:lnTo>
                  <a:pt x="1359575" y="626986"/>
                </a:lnTo>
                <a:lnTo>
                  <a:pt x="1365959" y="629929"/>
                </a:lnTo>
                <a:lnTo>
                  <a:pt x="1359596" y="629929"/>
                </a:lnTo>
                <a:lnTo>
                  <a:pt x="1365959" y="632877"/>
                </a:lnTo>
                <a:lnTo>
                  <a:pt x="1359635" y="632877"/>
                </a:lnTo>
                <a:lnTo>
                  <a:pt x="1365959" y="635821"/>
                </a:lnTo>
                <a:lnTo>
                  <a:pt x="1359666" y="635821"/>
                </a:lnTo>
                <a:lnTo>
                  <a:pt x="1365959" y="638763"/>
                </a:lnTo>
                <a:lnTo>
                  <a:pt x="1359451" y="638763"/>
                </a:lnTo>
                <a:lnTo>
                  <a:pt x="1365959" y="641821"/>
                </a:lnTo>
                <a:lnTo>
                  <a:pt x="1359714" y="641821"/>
                </a:lnTo>
                <a:lnTo>
                  <a:pt x="1365959" y="644769"/>
                </a:lnTo>
                <a:lnTo>
                  <a:pt x="1359751" y="644769"/>
                </a:lnTo>
                <a:lnTo>
                  <a:pt x="1365959" y="647712"/>
                </a:lnTo>
                <a:lnTo>
                  <a:pt x="1359779" y="647712"/>
                </a:lnTo>
                <a:lnTo>
                  <a:pt x="1365959" y="650656"/>
                </a:lnTo>
                <a:lnTo>
                  <a:pt x="1359807" y="650656"/>
                </a:lnTo>
                <a:lnTo>
                  <a:pt x="1365959" y="653600"/>
                </a:lnTo>
                <a:lnTo>
                  <a:pt x="1359599" y="653600"/>
                </a:lnTo>
                <a:lnTo>
                  <a:pt x="1365959" y="656658"/>
                </a:lnTo>
                <a:lnTo>
                  <a:pt x="709773" y="656658"/>
                </a:lnTo>
                <a:cubicBezTo>
                  <a:pt x="709773" y="656658"/>
                  <a:pt x="194718" y="685128"/>
                  <a:pt x="28365" y="121021"/>
                </a:cubicBezTo>
                <a:lnTo>
                  <a:pt x="111" y="583"/>
                </a:lnTo>
                <a:lnTo>
                  <a:pt x="0" y="228"/>
                </a:lnTo>
                <a:lnTo>
                  <a:pt x="30" y="240"/>
                </a:lnTo>
                <a:lnTo>
                  <a:pt x="0" y="114"/>
                </a:lnTo>
                <a:lnTo>
                  <a:pt x="31" y="125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 flipH="1">
            <a:off x="1077839" y="738948"/>
            <a:ext cx="138533" cy="828014"/>
          </a:xfrm>
          <a:custGeom>
            <a:avLst/>
            <a:gdLst/>
            <a:ahLst/>
            <a:cxnLst/>
            <a:rect l="l" t="t" r="r" b="b"/>
            <a:pathLst>
              <a:path w="343649" h="1374297" extrusionOk="0">
                <a:moveTo>
                  <a:pt x="0" y="0"/>
                </a:moveTo>
                <a:cubicBezTo>
                  <a:pt x="0" y="0"/>
                  <a:pt x="259195" y="201094"/>
                  <a:pt x="322283" y="546097"/>
                </a:cubicBezTo>
                <a:cubicBezTo>
                  <a:pt x="358401" y="699988"/>
                  <a:pt x="337800" y="1374297"/>
                  <a:pt x="337800" y="1374297"/>
                </a:cubicBezTo>
                <a:lnTo>
                  <a:pt x="337055" y="1371265"/>
                </a:lnTo>
                <a:lnTo>
                  <a:pt x="336970" y="1374297"/>
                </a:lnTo>
                <a:lnTo>
                  <a:pt x="336221" y="1371242"/>
                </a:lnTo>
                <a:lnTo>
                  <a:pt x="336136" y="1374297"/>
                </a:lnTo>
                <a:lnTo>
                  <a:pt x="335308" y="1370909"/>
                </a:lnTo>
                <a:lnTo>
                  <a:pt x="335213" y="1374297"/>
                </a:lnTo>
                <a:lnTo>
                  <a:pt x="334469" y="1371244"/>
                </a:lnTo>
                <a:lnTo>
                  <a:pt x="334383" y="1374297"/>
                </a:lnTo>
                <a:lnTo>
                  <a:pt x="333639" y="1371237"/>
                </a:lnTo>
                <a:lnTo>
                  <a:pt x="333553" y="1374297"/>
                </a:lnTo>
                <a:lnTo>
                  <a:pt x="332805" y="1371214"/>
                </a:lnTo>
                <a:lnTo>
                  <a:pt x="332719" y="1374297"/>
                </a:lnTo>
                <a:lnTo>
                  <a:pt x="331891" y="1370878"/>
                </a:lnTo>
                <a:lnTo>
                  <a:pt x="331796" y="1374297"/>
                </a:lnTo>
                <a:lnTo>
                  <a:pt x="331052" y="1371216"/>
                </a:lnTo>
                <a:lnTo>
                  <a:pt x="330966" y="1374297"/>
                </a:lnTo>
                <a:lnTo>
                  <a:pt x="330220" y="1371198"/>
                </a:lnTo>
                <a:lnTo>
                  <a:pt x="330133" y="1374297"/>
                </a:lnTo>
                <a:lnTo>
                  <a:pt x="329389" y="1371199"/>
                </a:lnTo>
                <a:lnTo>
                  <a:pt x="329303" y="1374297"/>
                </a:lnTo>
                <a:lnTo>
                  <a:pt x="328559" y="1371194"/>
                </a:lnTo>
                <a:lnTo>
                  <a:pt x="328473" y="1374297"/>
                </a:lnTo>
                <a:lnTo>
                  <a:pt x="327643" y="1370827"/>
                </a:lnTo>
                <a:lnTo>
                  <a:pt x="327546" y="1374297"/>
                </a:lnTo>
                <a:lnTo>
                  <a:pt x="326803" y="1371180"/>
                </a:lnTo>
                <a:lnTo>
                  <a:pt x="326716" y="1374297"/>
                </a:lnTo>
                <a:lnTo>
                  <a:pt x="325974" y="1371173"/>
                </a:lnTo>
                <a:lnTo>
                  <a:pt x="325886" y="1374297"/>
                </a:lnTo>
                <a:lnTo>
                  <a:pt x="325140" y="1371149"/>
                </a:lnTo>
                <a:lnTo>
                  <a:pt x="325052" y="1374297"/>
                </a:lnTo>
                <a:lnTo>
                  <a:pt x="324310" y="1371159"/>
                </a:lnTo>
                <a:lnTo>
                  <a:pt x="324222" y="1374297"/>
                </a:lnTo>
                <a:lnTo>
                  <a:pt x="323397" y="1370799"/>
                </a:lnTo>
                <a:lnTo>
                  <a:pt x="323299" y="1374297"/>
                </a:lnTo>
                <a:lnTo>
                  <a:pt x="322557" y="1371144"/>
                </a:lnTo>
                <a:lnTo>
                  <a:pt x="322469" y="1374297"/>
                </a:lnTo>
                <a:lnTo>
                  <a:pt x="321724" y="1371120"/>
                </a:lnTo>
                <a:lnTo>
                  <a:pt x="321635" y="1374297"/>
                </a:lnTo>
                <a:lnTo>
                  <a:pt x="320894" y="1371129"/>
                </a:lnTo>
                <a:lnTo>
                  <a:pt x="320805" y="1374297"/>
                </a:lnTo>
                <a:lnTo>
                  <a:pt x="319981" y="1370766"/>
                </a:lnTo>
                <a:lnTo>
                  <a:pt x="319882" y="1374297"/>
                </a:lnTo>
                <a:lnTo>
                  <a:pt x="319139" y="1371102"/>
                </a:lnTo>
                <a:lnTo>
                  <a:pt x="319049" y="1374297"/>
                </a:lnTo>
                <a:lnTo>
                  <a:pt x="318308" y="1371103"/>
                </a:lnTo>
                <a:lnTo>
                  <a:pt x="318219" y="1374297"/>
                </a:lnTo>
                <a:lnTo>
                  <a:pt x="317478" y="1371097"/>
                </a:lnTo>
                <a:lnTo>
                  <a:pt x="317388" y="1374297"/>
                </a:lnTo>
                <a:lnTo>
                  <a:pt x="316645" y="1371080"/>
                </a:lnTo>
                <a:lnTo>
                  <a:pt x="316555" y="1374297"/>
                </a:lnTo>
                <a:lnTo>
                  <a:pt x="315732" y="1370724"/>
                </a:lnTo>
                <a:lnTo>
                  <a:pt x="315632" y="1374297"/>
                </a:lnTo>
                <a:lnTo>
                  <a:pt x="314891" y="1371072"/>
                </a:lnTo>
                <a:lnTo>
                  <a:pt x="314802" y="1374297"/>
                </a:lnTo>
                <a:lnTo>
                  <a:pt x="314059" y="1371054"/>
                </a:lnTo>
                <a:lnTo>
                  <a:pt x="313968" y="1374297"/>
                </a:lnTo>
                <a:lnTo>
                  <a:pt x="313229" y="1371060"/>
                </a:lnTo>
                <a:lnTo>
                  <a:pt x="313138" y="1374297"/>
                </a:lnTo>
                <a:lnTo>
                  <a:pt x="312316" y="1370689"/>
                </a:lnTo>
                <a:lnTo>
                  <a:pt x="312215" y="1374297"/>
                </a:lnTo>
                <a:lnTo>
                  <a:pt x="311472" y="1371027"/>
                </a:lnTo>
                <a:lnTo>
                  <a:pt x="311381" y="1374297"/>
                </a:lnTo>
                <a:lnTo>
                  <a:pt x="310642" y="1371036"/>
                </a:lnTo>
                <a:lnTo>
                  <a:pt x="310551" y="1374297"/>
                </a:lnTo>
                <a:lnTo>
                  <a:pt x="309813" y="1371028"/>
                </a:lnTo>
                <a:lnTo>
                  <a:pt x="309721" y="1374297"/>
                </a:lnTo>
                <a:lnTo>
                  <a:pt x="308980" y="1371009"/>
                </a:lnTo>
                <a:lnTo>
                  <a:pt x="308888" y="1374297"/>
                </a:lnTo>
                <a:lnTo>
                  <a:pt x="308066" y="1370639"/>
                </a:lnTo>
                <a:lnTo>
                  <a:pt x="307964" y="1374297"/>
                </a:lnTo>
                <a:lnTo>
                  <a:pt x="307226" y="1371004"/>
                </a:lnTo>
                <a:lnTo>
                  <a:pt x="307134" y="1374297"/>
                </a:lnTo>
                <a:lnTo>
                  <a:pt x="306394" y="1370984"/>
                </a:lnTo>
                <a:lnTo>
                  <a:pt x="306301" y="1374297"/>
                </a:lnTo>
                <a:lnTo>
                  <a:pt x="305564" y="1370988"/>
                </a:lnTo>
                <a:lnTo>
                  <a:pt x="305471" y="1374297"/>
                </a:lnTo>
                <a:lnTo>
                  <a:pt x="304650" y="1370605"/>
                </a:lnTo>
                <a:lnTo>
                  <a:pt x="304548" y="1374297"/>
                </a:lnTo>
                <a:lnTo>
                  <a:pt x="303810" y="1370969"/>
                </a:lnTo>
                <a:lnTo>
                  <a:pt x="303717" y="1374297"/>
                </a:lnTo>
                <a:lnTo>
                  <a:pt x="302978" y="1370951"/>
                </a:lnTo>
                <a:lnTo>
                  <a:pt x="302884" y="1374297"/>
                </a:lnTo>
                <a:lnTo>
                  <a:pt x="302148" y="1370955"/>
                </a:lnTo>
                <a:lnTo>
                  <a:pt x="302054" y="1374297"/>
                </a:lnTo>
                <a:lnTo>
                  <a:pt x="301317" y="1370943"/>
                </a:lnTo>
                <a:lnTo>
                  <a:pt x="301223" y="1374297"/>
                </a:lnTo>
                <a:lnTo>
                  <a:pt x="300402" y="1370550"/>
                </a:lnTo>
                <a:lnTo>
                  <a:pt x="300297" y="1374297"/>
                </a:lnTo>
                <a:lnTo>
                  <a:pt x="299561" y="1370929"/>
                </a:lnTo>
                <a:lnTo>
                  <a:pt x="299467" y="1374297"/>
                </a:lnTo>
                <a:lnTo>
                  <a:pt x="298732" y="1370921"/>
                </a:lnTo>
                <a:lnTo>
                  <a:pt x="298637" y="1374297"/>
                </a:lnTo>
                <a:lnTo>
                  <a:pt x="297898" y="1370897"/>
                </a:lnTo>
                <a:lnTo>
                  <a:pt x="297803" y="1374297"/>
                </a:lnTo>
                <a:lnTo>
                  <a:pt x="296986" y="1370524"/>
                </a:lnTo>
                <a:lnTo>
                  <a:pt x="296880" y="1374297"/>
                </a:lnTo>
                <a:lnTo>
                  <a:pt x="296145" y="1370895"/>
                </a:lnTo>
                <a:lnTo>
                  <a:pt x="296050" y="1374297"/>
                </a:lnTo>
                <a:lnTo>
                  <a:pt x="295313" y="1370874"/>
                </a:lnTo>
                <a:lnTo>
                  <a:pt x="295217" y="1374297"/>
                </a:lnTo>
                <a:lnTo>
                  <a:pt x="294482" y="1370874"/>
                </a:lnTo>
                <a:lnTo>
                  <a:pt x="294386" y="1374297"/>
                </a:lnTo>
                <a:lnTo>
                  <a:pt x="293652" y="1370870"/>
                </a:lnTo>
                <a:lnTo>
                  <a:pt x="293556" y="1374297"/>
                </a:lnTo>
                <a:lnTo>
                  <a:pt x="292740" y="1370476"/>
                </a:lnTo>
                <a:lnTo>
                  <a:pt x="292633" y="1374297"/>
                </a:lnTo>
                <a:lnTo>
                  <a:pt x="291896" y="1370835"/>
                </a:lnTo>
                <a:lnTo>
                  <a:pt x="291799" y="1374297"/>
                </a:lnTo>
                <a:lnTo>
                  <a:pt x="291066" y="1370843"/>
                </a:lnTo>
                <a:lnTo>
                  <a:pt x="290969" y="1374297"/>
                </a:lnTo>
                <a:lnTo>
                  <a:pt x="290233" y="1370822"/>
                </a:lnTo>
                <a:lnTo>
                  <a:pt x="290136" y="1374297"/>
                </a:lnTo>
                <a:lnTo>
                  <a:pt x="289321" y="1370436"/>
                </a:lnTo>
                <a:lnTo>
                  <a:pt x="289213" y="1374297"/>
                </a:lnTo>
                <a:lnTo>
                  <a:pt x="288481" y="1370815"/>
                </a:lnTo>
                <a:lnTo>
                  <a:pt x="288383" y="1374297"/>
                </a:lnTo>
                <a:lnTo>
                  <a:pt x="287650" y="1370802"/>
                </a:lnTo>
                <a:lnTo>
                  <a:pt x="287552" y="1374297"/>
                </a:lnTo>
                <a:lnTo>
                  <a:pt x="286817" y="1370785"/>
                </a:lnTo>
                <a:lnTo>
                  <a:pt x="286719" y="1374297"/>
                </a:lnTo>
                <a:lnTo>
                  <a:pt x="285987" y="1370789"/>
                </a:lnTo>
                <a:lnTo>
                  <a:pt x="285889" y="1374297"/>
                </a:lnTo>
                <a:lnTo>
                  <a:pt x="285076" y="1370386"/>
                </a:lnTo>
                <a:lnTo>
                  <a:pt x="284966" y="1374297"/>
                </a:lnTo>
                <a:lnTo>
                  <a:pt x="284231" y="1370753"/>
                </a:lnTo>
                <a:lnTo>
                  <a:pt x="284132" y="1374297"/>
                </a:lnTo>
                <a:lnTo>
                  <a:pt x="283401" y="1370761"/>
                </a:lnTo>
                <a:lnTo>
                  <a:pt x="283302" y="1374297"/>
                </a:lnTo>
                <a:lnTo>
                  <a:pt x="282571" y="1370752"/>
                </a:lnTo>
                <a:lnTo>
                  <a:pt x="282472" y="1374297"/>
                </a:lnTo>
                <a:lnTo>
                  <a:pt x="281657" y="1370331"/>
                </a:lnTo>
                <a:lnTo>
                  <a:pt x="281546" y="1374297"/>
                </a:lnTo>
                <a:lnTo>
                  <a:pt x="280815" y="1370728"/>
                </a:lnTo>
                <a:lnTo>
                  <a:pt x="280715" y="1374297"/>
                </a:lnTo>
                <a:lnTo>
                  <a:pt x="279985" y="1370723"/>
                </a:lnTo>
                <a:lnTo>
                  <a:pt x="279885" y="1374297"/>
                </a:lnTo>
                <a:lnTo>
                  <a:pt x="279153" y="1370701"/>
                </a:lnTo>
                <a:lnTo>
                  <a:pt x="279052" y="1374297"/>
                </a:lnTo>
                <a:lnTo>
                  <a:pt x="278322" y="1370700"/>
                </a:lnTo>
                <a:lnTo>
                  <a:pt x="278221" y="1374297"/>
                </a:lnTo>
                <a:lnTo>
                  <a:pt x="277410" y="1370291"/>
                </a:lnTo>
                <a:lnTo>
                  <a:pt x="277298" y="1374297"/>
                </a:lnTo>
                <a:lnTo>
                  <a:pt x="276569" y="1370684"/>
                </a:lnTo>
                <a:lnTo>
                  <a:pt x="276468" y="1374297"/>
                </a:lnTo>
                <a:lnTo>
                  <a:pt x="275737" y="1370661"/>
                </a:lnTo>
                <a:lnTo>
                  <a:pt x="275635" y="1374297"/>
                </a:lnTo>
                <a:lnTo>
                  <a:pt x="274906" y="1370661"/>
                </a:lnTo>
                <a:lnTo>
                  <a:pt x="274804" y="1374297"/>
                </a:lnTo>
                <a:lnTo>
                  <a:pt x="273994" y="1370247"/>
                </a:lnTo>
                <a:lnTo>
                  <a:pt x="273881" y="1374297"/>
                </a:lnTo>
                <a:lnTo>
                  <a:pt x="273151" y="1370631"/>
                </a:lnTo>
                <a:lnTo>
                  <a:pt x="273048" y="1374297"/>
                </a:lnTo>
                <a:lnTo>
                  <a:pt x="272321" y="1370635"/>
                </a:lnTo>
                <a:lnTo>
                  <a:pt x="272218" y="1374297"/>
                </a:lnTo>
                <a:lnTo>
                  <a:pt x="271490" y="1370621"/>
                </a:lnTo>
                <a:lnTo>
                  <a:pt x="271387" y="1374297"/>
                </a:lnTo>
                <a:lnTo>
                  <a:pt x="270658" y="1370602"/>
                </a:lnTo>
                <a:lnTo>
                  <a:pt x="270554" y="1374297"/>
                </a:lnTo>
                <a:lnTo>
                  <a:pt x="269746" y="1370192"/>
                </a:lnTo>
                <a:lnTo>
                  <a:pt x="269631" y="1374297"/>
                </a:lnTo>
                <a:lnTo>
                  <a:pt x="268905" y="1370594"/>
                </a:lnTo>
                <a:lnTo>
                  <a:pt x="268801" y="1374297"/>
                </a:lnTo>
                <a:lnTo>
                  <a:pt x="268072" y="1370571"/>
                </a:lnTo>
                <a:lnTo>
                  <a:pt x="267968" y="1374297"/>
                </a:lnTo>
                <a:lnTo>
                  <a:pt x="267241" y="1370570"/>
                </a:lnTo>
                <a:lnTo>
                  <a:pt x="267137" y="1374297"/>
                </a:lnTo>
                <a:lnTo>
                  <a:pt x="266330" y="1370146"/>
                </a:lnTo>
                <a:lnTo>
                  <a:pt x="266214" y="1374297"/>
                </a:lnTo>
                <a:lnTo>
                  <a:pt x="265486" y="1370539"/>
                </a:lnTo>
                <a:lnTo>
                  <a:pt x="265381" y="1374297"/>
                </a:lnTo>
                <a:lnTo>
                  <a:pt x="264655" y="1370538"/>
                </a:lnTo>
                <a:lnTo>
                  <a:pt x="264550" y="1374297"/>
                </a:lnTo>
                <a:lnTo>
                  <a:pt x="263825" y="1370532"/>
                </a:lnTo>
                <a:lnTo>
                  <a:pt x="263720" y="1374297"/>
                </a:lnTo>
                <a:lnTo>
                  <a:pt x="262993" y="1370508"/>
                </a:lnTo>
                <a:lnTo>
                  <a:pt x="262887" y="1374297"/>
                </a:lnTo>
                <a:lnTo>
                  <a:pt x="262082" y="1370087"/>
                </a:lnTo>
                <a:lnTo>
                  <a:pt x="261964" y="1374297"/>
                </a:lnTo>
                <a:lnTo>
                  <a:pt x="261240" y="1370495"/>
                </a:lnTo>
                <a:lnTo>
                  <a:pt x="261133" y="1374297"/>
                </a:lnTo>
                <a:lnTo>
                  <a:pt x="260407" y="1370475"/>
                </a:lnTo>
                <a:lnTo>
                  <a:pt x="260300" y="1374297"/>
                </a:lnTo>
                <a:lnTo>
                  <a:pt x="259577" y="1370479"/>
                </a:lnTo>
                <a:lnTo>
                  <a:pt x="259470" y="1374297"/>
                </a:lnTo>
                <a:lnTo>
                  <a:pt x="258666" y="1370039"/>
                </a:lnTo>
                <a:lnTo>
                  <a:pt x="258547" y="1374297"/>
                </a:lnTo>
                <a:lnTo>
                  <a:pt x="257822" y="1370442"/>
                </a:lnTo>
                <a:lnTo>
                  <a:pt x="257714" y="1374297"/>
                </a:lnTo>
                <a:lnTo>
                  <a:pt x="256991" y="1370441"/>
                </a:lnTo>
                <a:lnTo>
                  <a:pt x="256883" y="1374297"/>
                </a:lnTo>
                <a:lnTo>
                  <a:pt x="256161" y="1370434"/>
                </a:lnTo>
                <a:lnTo>
                  <a:pt x="256053" y="1374297"/>
                </a:lnTo>
                <a:lnTo>
                  <a:pt x="255332" y="1370423"/>
                </a:lnTo>
                <a:lnTo>
                  <a:pt x="255223" y="1374297"/>
                </a:lnTo>
                <a:lnTo>
                  <a:pt x="254418" y="1369963"/>
                </a:lnTo>
                <a:lnTo>
                  <a:pt x="254297" y="1374297"/>
                </a:lnTo>
                <a:lnTo>
                  <a:pt x="253575" y="1370396"/>
                </a:lnTo>
                <a:lnTo>
                  <a:pt x="253466" y="1374297"/>
                </a:lnTo>
                <a:lnTo>
                  <a:pt x="252745" y="1370389"/>
                </a:lnTo>
                <a:lnTo>
                  <a:pt x="252636" y="1374297"/>
                </a:lnTo>
                <a:lnTo>
                  <a:pt x="251913" y="1370364"/>
                </a:lnTo>
                <a:lnTo>
                  <a:pt x="251803" y="1374297"/>
                </a:lnTo>
                <a:lnTo>
                  <a:pt x="251082" y="1370362"/>
                </a:lnTo>
                <a:lnTo>
                  <a:pt x="250972" y="1374297"/>
                </a:lnTo>
                <a:lnTo>
                  <a:pt x="250172" y="1369914"/>
                </a:lnTo>
                <a:lnTo>
                  <a:pt x="250049" y="1374297"/>
                </a:lnTo>
                <a:lnTo>
                  <a:pt x="249327" y="1370329"/>
                </a:lnTo>
                <a:lnTo>
                  <a:pt x="249216" y="1374297"/>
                </a:lnTo>
                <a:lnTo>
                  <a:pt x="248497" y="1370331"/>
                </a:lnTo>
                <a:lnTo>
                  <a:pt x="248386" y="1374297"/>
                </a:lnTo>
                <a:lnTo>
                  <a:pt x="247667" y="1370315"/>
                </a:lnTo>
                <a:lnTo>
                  <a:pt x="247555" y="1374297"/>
                </a:lnTo>
                <a:lnTo>
                  <a:pt x="246756" y="1369861"/>
                </a:lnTo>
                <a:lnTo>
                  <a:pt x="246632" y="1374297"/>
                </a:lnTo>
                <a:lnTo>
                  <a:pt x="245912" y="1370281"/>
                </a:lnTo>
                <a:lnTo>
                  <a:pt x="245799" y="1374297"/>
                </a:lnTo>
                <a:lnTo>
                  <a:pt x="245081" y="1370284"/>
                </a:lnTo>
                <a:lnTo>
                  <a:pt x="244969" y="1374297"/>
                </a:lnTo>
                <a:lnTo>
                  <a:pt x="244248" y="1370253"/>
                </a:lnTo>
                <a:lnTo>
                  <a:pt x="244135" y="1374297"/>
                </a:lnTo>
                <a:lnTo>
                  <a:pt x="243418" y="1370260"/>
                </a:lnTo>
                <a:lnTo>
                  <a:pt x="243305" y="1374297"/>
                </a:lnTo>
                <a:lnTo>
                  <a:pt x="242508" y="1369794"/>
                </a:lnTo>
                <a:lnTo>
                  <a:pt x="242382" y="1374297"/>
                </a:lnTo>
                <a:lnTo>
                  <a:pt x="241663" y="1370220"/>
                </a:lnTo>
                <a:lnTo>
                  <a:pt x="241549" y="1374297"/>
                </a:lnTo>
                <a:lnTo>
                  <a:pt x="240832" y="1370218"/>
                </a:lnTo>
                <a:lnTo>
                  <a:pt x="240718" y="1374297"/>
                </a:lnTo>
                <a:lnTo>
                  <a:pt x="240002" y="1370211"/>
                </a:lnTo>
                <a:lnTo>
                  <a:pt x="239888" y="1374297"/>
                </a:lnTo>
                <a:lnTo>
                  <a:pt x="239093" y="1369739"/>
                </a:lnTo>
                <a:lnTo>
                  <a:pt x="238965" y="1374297"/>
                </a:lnTo>
                <a:lnTo>
                  <a:pt x="238248" y="1370170"/>
                </a:lnTo>
                <a:lnTo>
                  <a:pt x="238132" y="1374297"/>
                </a:lnTo>
                <a:lnTo>
                  <a:pt x="237417" y="1370167"/>
                </a:lnTo>
                <a:lnTo>
                  <a:pt x="237301" y="1374297"/>
                </a:lnTo>
                <a:lnTo>
                  <a:pt x="236587" y="1370160"/>
                </a:lnTo>
                <a:lnTo>
                  <a:pt x="236471" y="1374297"/>
                </a:lnTo>
                <a:lnTo>
                  <a:pt x="235755" y="1370133"/>
                </a:lnTo>
                <a:lnTo>
                  <a:pt x="235638" y="1374297"/>
                </a:lnTo>
                <a:lnTo>
                  <a:pt x="234845" y="1369669"/>
                </a:lnTo>
                <a:lnTo>
                  <a:pt x="234715" y="1374297"/>
                </a:lnTo>
                <a:lnTo>
                  <a:pt x="234001" y="1370116"/>
                </a:lnTo>
                <a:lnTo>
                  <a:pt x="233884" y="1374297"/>
                </a:lnTo>
                <a:lnTo>
                  <a:pt x="233169" y="1370093"/>
                </a:lnTo>
                <a:lnTo>
                  <a:pt x="233051" y="1374297"/>
                </a:lnTo>
                <a:lnTo>
                  <a:pt x="232339" y="1370095"/>
                </a:lnTo>
                <a:lnTo>
                  <a:pt x="232221" y="1374297"/>
                </a:lnTo>
                <a:lnTo>
                  <a:pt x="231429" y="1369610"/>
                </a:lnTo>
                <a:lnTo>
                  <a:pt x="231298" y="1374297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 flipH="1">
            <a:off x="354560" y="1865199"/>
            <a:ext cx="732147" cy="300028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 flipH="1">
            <a:off x="895802" y="1574050"/>
            <a:ext cx="477225" cy="71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 flipH="1">
            <a:off x="1062893" y="1868325"/>
            <a:ext cx="311625" cy="73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5"/>
          <p:cNvGrpSpPr/>
          <p:nvPr/>
        </p:nvGrpSpPr>
        <p:grpSpPr>
          <a:xfrm flipH="1">
            <a:off x="75665" y="1560035"/>
            <a:ext cx="1108692" cy="1478256"/>
            <a:chOff x="-1891635" y="3074688"/>
            <a:chExt cx="850550" cy="850550"/>
          </a:xfrm>
        </p:grpSpPr>
        <p:sp>
          <p:nvSpPr>
            <p:cNvPr id="426" name="Google Shape;426;p15"/>
            <p:cNvSpPr/>
            <p:nvPr/>
          </p:nvSpPr>
          <p:spPr>
            <a:xfrm>
              <a:off x="-1891635" y="3074688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p15"/>
          <p:cNvGrpSpPr/>
          <p:nvPr/>
        </p:nvGrpSpPr>
        <p:grpSpPr>
          <a:xfrm flipH="1">
            <a:off x="628052" y="1557273"/>
            <a:ext cx="1008752" cy="388669"/>
            <a:chOff x="-2238736" y="3074720"/>
            <a:chExt cx="773880" cy="223630"/>
          </a:xfrm>
        </p:grpSpPr>
        <p:sp>
          <p:nvSpPr>
            <p:cNvPr id="432" name="Google Shape;432;p15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5"/>
          <p:cNvGrpSpPr/>
          <p:nvPr/>
        </p:nvGrpSpPr>
        <p:grpSpPr>
          <a:xfrm flipH="1">
            <a:off x="1074965" y="470355"/>
            <a:ext cx="1108653" cy="1478306"/>
            <a:chOff x="-2662477" y="2447714"/>
            <a:chExt cx="850520" cy="850579"/>
          </a:xfrm>
        </p:grpSpPr>
        <p:sp>
          <p:nvSpPr>
            <p:cNvPr id="438" name="Google Shape;438;p15"/>
            <p:cNvSpPr/>
            <p:nvPr/>
          </p:nvSpPr>
          <p:spPr>
            <a:xfrm>
              <a:off x="-2483584" y="2626659"/>
              <a:ext cx="492712" cy="492719"/>
            </a:xfrm>
            <a:custGeom>
              <a:avLst/>
              <a:gdLst/>
              <a:ahLst/>
              <a:cxnLst/>
              <a:rect l="l" t="t" r="r" b="b"/>
              <a:pathLst>
                <a:path w="492712" h="492719" extrusionOk="0">
                  <a:moveTo>
                    <a:pt x="492691" y="246376"/>
                  </a:moveTo>
                  <a:lnTo>
                    <a:pt x="447965" y="246376"/>
                  </a:lnTo>
                  <a:cubicBezTo>
                    <a:pt x="449128" y="166614"/>
                    <a:pt x="397454" y="89745"/>
                    <a:pt x="323477" y="60047"/>
                  </a:cubicBezTo>
                  <a:cubicBezTo>
                    <a:pt x="250365" y="28828"/>
                    <a:pt x="159303" y="46510"/>
                    <a:pt x="103753" y="103789"/>
                  </a:cubicBezTo>
                  <a:cubicBezTo>
                    <a:pt x="46474" y="159339"/>
                    <a:pt x="28792" y="250401"/>
                    <a:pt x="60011" y="323484"/>
                  </a:cubicBezTo>
                  <a:cubicBezTo>
                    <a:pt x="89709" y="397491"/>
                    <a:pt x="166578" y="449164"/>
                    <a:pt x="246340" y="447971"/>
                  </a:cubicBezTo>
                  <a:lnTo>
                    <a:pt x="246340" y="492697"/>
                  </a:lnTo>
                  <a:cubicBezTo>
                    <a:pt x="148896" y="494069"/>
                    <a:pt x="54942" y="431005"/>
                    <a:pt x="18684" y="340599"/>
                  </a:cubicBezTo>
                  <a:cubicBezTo>
                    <a:pt x="-19572" y="251176"/>
                    <a:pt x="2225" y="140047"/>
                    <a:pt x="72117" y="72123"/>
                  </a:cubicBezTo>
                  <a:cubicBezTo>
                    <a:pt x="140041" y="2201"/>
                    <a:pt x="251170" y="-19565"/>
                    <a:pt x="340592" y="18690"/>
                  </a:cubicBezTo>
                  <a:cubicBezTo>
                    <a:pt x="431028" y="54978"/>
                    <a:pt x="494063" y="148933"/>
                    <a:pt x="492691" y="2463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-2528307" y="2581973"/>
              <a:ext cx="582163" cy="582163"/>
            </a:xfrm>
            <a:custGeom>
              <a:avLst/>
              <a:gdLst/>
              <a:ahLst/>
              <a:cxnLst/>
              <a:rect l="l" t="t" r="r" b="b"/>
              <a:pathLst>
                <a:path w="582163" h="582163" extrusionOk="0">
                  <a:moveTo>
                    <a:pt x="582139" y="291062"/>
                  </a:moveTo>
                  <a:lnTo>
                    <a:pt x="537413" y="291062"/>
                  </a:lnTo>
                  <a:cubicBezTo>
                    <a:pt x="538785" y="193619"/>
                    <a:pt x="475721" y="99664"/>
                    <a:pt x="385315" y="63406"/>
                  </a:cubicBezTo>
                  <a:cubicBezTo>
                    <a:pt x="295892" y="25151"/>
                    <a:pt x="184763" y="46947"/>
                    <a:pt x="116839" y="116839"/>
                  </a:cubicBezTo>
                  <a:cubicBezTo>
                    <a:pt x="46917" y="184763"/>
                    <a:pt x="25150" y="295892"/>
                    <a:pt x="63406" y="385315"/>
                  </a:cubicBezTo>
                  <a:cubicBezTo>
                    <a:pt x="99664" y="475721"/>
                    <a:pt x="193619" y="538785"/>
                    <a:pt x="291062" y="537413"/>
                  </a:cubicBezTo>
                  <a:lnTo>
                    <a:pt x="291062" y="582139"/>
                  </a:lnTo>
                  <a:cubicBezTo>
                    <a:pt x="175937" y="583720"/>
                    <a:pt x="64867" y="509266"/>
                    <a:pt x="22109" y="402460"/>
                  </a:cubicBezTo>
                  <a:cubicBezTo>
                    <a:pt x="-23184" y="296727"/>
                    <a:pt x="2698" y="165531"/>
                    <a:pt x="85232" y="85232"/>
                  </a:cubicBezTo>
                  <a:cubicBezTo>
                    <a:pt x="165531" y="2698"/>
                    <a:pt x="296697" y="-23184"/>
                    <a:pt x="402460" y="22109"/>
                  </a:cubicBezTo>
                  <a:cubicBezTo>
                    <a:pt x="509295" y="64897"/>
                    <a:pt x="583720" y="175937"/>
                    <a:pt x="582139" y="2910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-2573039" y="2537228"/>
              <a:ext cx="671625" cy="671638"/>
            </a:xfrm>
            <a:custGeom>
              <a:avLst/>
              <a:gdLst/>
              <a:ahLst/>
              <a:cxnLst/>
              <a:rect l="l" t="t" r="r" b="b"/>
              <a:pathLst>
                <a:path w="671625" h="671638" extrusionOk="0">
                  <a:moveTo>
                    <a:pt x="671598" y="335807"/>
                  </a:moveTo>
                  <a:lnTo>
                    <a:pt x="626872" y="335807"/>
                  </a:lnTo>
                  <a:cubicBezTo>
                    <a:pt x="628452" y="220683"/>
                    <a:pt x="554028" y="109613"/>
                    <a:pt x="447192" y="66855"/>
                  </a:cubicBezTo>
                  <a:cubicBezTo>
                    <a:pt x="341460" y="21592"/>
                    <a:pt x="210263" y="47444"/>
                    <a:pt x="129965" y="129978"/>
                  </a:cubicBezTo>
                  <a:cubicBezTo>
                    <a:pt x="47430" y="210276"/>
                    <a:pt x="21549" y="341443"/>
                    <a:pt x="66841" y="447205"/>
                  </a:cubicBezTo>
                  <a:cubicBezTo>
                    <a:pt x="109629" y="554041"/>
                    <a:pt x="220669" y="628465"/>
                    <a:pt x="335794" y="626885"/>
                  </a:cubicBezTo>
                  <a:lnTo>
                    <a:pt x="335794" y="671611"/>
                  </a:lnTo>
                  <a:cubicBezTo>
                    <a:pt x="202958" y="673400"/>
                    <a:pt x="74832" y="587586"/>
                    <a:pt x="25514" y="464320"/>
                  </a:cubicBezTo>
                  <a:cubicBezTo>
                    <a:pt x="-26785" y="342248"/>
                    <a:pt x="3181" y="191014"/>
                    <a:pt x="98329" y="98342"/>
                  </a:cubicBezTo>
                  <a:cubicBezTo>
                    <a:pt x="191001" y="3195"/>
                    <a:pt x="342235" y="-26802"/>
                    <a:pt x="464307" y="25528"/>
                  </a:cubicBezTo>
                  <a:cubicBezTo>
                    <a:pt x="587572" y="74846"/>
                    <a:pt x="673387" y="203001"/>
                    <a:pt x="671598" y="3358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-2617791" y="2492519"/>
              <a:ext cx="761106" cy="761076"/>
            </a:xfrm>
            <a:custGeom>
              <a:avLst/>
              <a:gdLst/>
              <a:ahLst/>
              <a:cxnLst/>
              <a:rect l="l" t="t" r="r" b="b"/>
              <a:pathLst>
                <a:path w="761106" h="761076" extrusionOk="0">
                  <a:moveTo>
                    <a:pt x="761076" y="380517"/>
                  </a:moveTo>
                  <a:lnTo>
                    <a:pt x="716350" y="380517"/>
                  </a:lnTo>
                  <a:cubicBezTo>
                    <a:pt x="718139" y="247680"/>
                    <a:pt x="632324" y="119555"/>
                    <a:pt x="509059" y="70237"/>
                  </a:cubicBezTo>
                  <a:cubicBezTo>
                    <a:pt x="386987" y="17937"/>
                    <a:pt x="235753" y="47904"/>
                    <a:pt x="143081" y="143051"/>
                  </a:cubicBezTo>
                  <a:cubicBezTo>
                    <a:pt x="47933" y="235723"/>
                    <a:pt x="17937" y="386957"/>
                    <a:pt x="70267" y="509029"/>
                  </a:cubicBezTo>
                  <a:cubicBezTo>
                    <a:pt x="119585" y="632265"/>
                    <a:pt x="247710" y="718080"/>
                    <a:pt x="380546" y="716320"/>
                  </a:cubicBezTo>
                  <a:lnTo>
                    <a:pt x="380546" y="761046"/>
                  </a:lnTo>
                  <a:cubicBezTo>
                    <a:pt x="230028" y="763044"/>
                    <a:pt x="84817" y="665839"/>
                    <a:pt x="28940" y="526174"/>
                  </a:cubicBezTo>
                  <a:cubicBezTo>
                    <a:pt x="-30397" y="387792"/>
                    <a:pt x="3655" y="216491"/>
                    <a:pt x="111444" y="111444"/>
                  </a:cubicBezTo>
                  <a:cubicBezTo>
                    <a:pt x="216491" y="3654"/>
                    <a:pt x="387792" y="-30397"/>
                    <a:pt x="526175" y="28940"/>
                  </a:cubicBezTo>
                  <a:cubicBezTo>
                    <a:pt x="665869" y="84788"/>
                    <a:pt x="763074" y="229998"/>
                    <a:pt x="761076" y="3805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-2662477" y="2447714"/>
              <a:ext cx="850520" cy="850579"/>
            </a:xfrm>
            <a:custGeom>
              <a:avLst/>
              <a:gdLst/>
              <a:ahLst/>
              <a:cxnLst/>
              <a:rect l="l" t="t" r="r" b="b"/>
              <a:pathLst>
                <a:path w="850520" h="850579" extrusionOk="0">
                  <a:moveTo>
                    <a:pt x="850488" y="425322"/>
                  </a:moveTo>
                  <a:lnTo>
                    <a:pt x="805762" y="425322"/>
                  </a:lnTo>
                  <a:cubicBezTo>
                    <a:pt x="807760" y="274804"/>
                    <a:pt x="710555" y="129563"/>
                    <a:pt x="570890" y="73715"/>
                  </a:cubicBezTo>
                  <a:cubicBezTo>
                    <a:pt x="432508" y="14379"/>
                    <a:pt x="261207" y="48430"/>
                    <a:pt x="156160" y="156220"/>
                  </a:cubicBezTo>
                  <a:cubicBezTo>
                    <a:pt x="48370" y="261266"/>
                    <a:pt x="14319" y="432567"/>
                    <a:pt x="73656" y="570950"/>
                  </a:cubicBezTo>
                  <a:cubicBezTo>
                    <a:pt x="129503" y="710615"/>
                    <a:pt x="274744" y="807819"/>
                    <a:pt x="425262" y="805821"/>
                  </a:cubicBezTo>
                  <a:lnTo>
                    <a:pt x="425262" y="850547"/>
                  </a:lnTo>
                  <a:cubicBezTo>
                    <a:pt x="257062" y="852724"/>
                    <a:pt x="94736" y="744159"/>
                    <a:pt x="32358" y="588065"/>
                  </a:cubicBezTo>
                  <a:cubicBezTo>
                    <a:pt x="-34015" y="433373"/>
                    <a:pt x="4151" y="242004"/>
                    <a:pt x="124554" y="124554"/>
                  </a:cubicBezTo>
                  <a:cubicBezTo>
                    <a:pt x="242005" y="4151"/>
                    <a:pt x="433343" y="-34015"/>
                    <a:pt x="588065" y="32359"/>
                  </a:cubicBezTo>
                  <a:cubicBezTo>
                    <a:pt x="744099" y="94796"/>
                    <a:pt x="852694" y="257122"/>
                    <a:pt x="850488" y="4253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5"/>
          <p:cNvSpPr/>
          <p:nvPr/>
        </p:nvSpPr>
        <p:spPr>
          <a:xfrm rot="5400000" flipH="1">
            <a:off x="712892" y="2311719"/>
            <a:ext cx="789300" cy="657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15"/>
          <p:cNvGrpSpPr/>
          <p:nvPr/>
        </p:nvGrpSpPr>
        <p:grpSpPr>
          <a:xfrm flipH="1">
            <a:off x="1074574" y="1199832"/>
            <a:ext cx="291486" cy="5658090"/>
            <a:chOff x="-2035620" y="2871544"/>
            <a:chExt cx="223631" cy="2244027"/>
          </a:xfrm>
        </p:grpSpPr>
        <p:sp>
          <p:nvSpPr>
            <p:cNvPr id="445" name="Google Shape;445;p15"/>
            <p:cNvSpPr/>
            <p:nvPr/>
          </p:nvSpPr>
          <p:spPr>
            <a:xfrm>
              <a:off x="-2035620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-1990894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-1946167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-1901441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-1856715" y="2871544"/>
              <a:ext cx="44726" cy="2244027"/>
            </a:xfrm>
            <a:custGeom>
              <a:avLst/>
              <a:gdLst/>
              <a:ahLst/>
              <a:cxnLst/>
              <a:rect l="l" t="t" r="r" b="b"/>
              <a:pathLst>
                <a:path w="44726" h="2244027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2244027"/>
                  </a:lnTo>
                  <a:lnTo>
                    <a:pt x="0" y="224402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0" name="Google Shape;450;p15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52" name="Google Shape;452;p15"/>
          <p:cNvSpPr txBox="1">
            <a:spLocks noGrp="1"/>
          </p:cNvSpPr>
          <p:nvPr>
            <p:ph type="title"/>
          </p:nvPr>
        </p:nvSpPr>
        <p:spPr>
          <a:xfrm>
            <a:off x="2664713" y="530900"/>
            <a:ext cx="6021900" cy="4719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3" name="Google Shape;453;p15"/>
          <p:cNvSpPr txBox="1">
            <a:spLocks noGrp="1"/>
          </p:cNvSpPr>
          <p:nvPr>
            <p:ph type="subTitle" idx="1"/>
          </p:nvPr>
        </p:nvSpPr>
        <p:spPr>
          <a:xfrm>
            <a:off x="2664713" y="5326741"/>
            <a:ext cx="6021900" cy="693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62655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"/>
          <p:cNvSpPr/>
          <p:nvPr/>
        </p:nvSpPr>
        <p:spPr>
          <a:xfrm>
            <a:off x="7328615" y="2759096"/>
            <a:ext cx="1315845" cy="180576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7531901" y="3146285"/>
            <a:ext cx="797715" cy="1090980"/>
          </a:xfrm>
          <a:custGeom>
            <a:avLst/>
            <a:gdLst/>
            <a:ahLst/>
            <a:cxnLst/>
            <a:rect l="l" t="t" r="r" b="b"/>
            <a:pathLst>
              <a:path w="1368000" h="1368000" extrusionOk="0">
                <a:moveTo>
                  <a:pt x="684000" y="144000"/>
                </a:moveTo>
                <a:cubicBezTo>
                  <a:pt x="385766" y="144000"/>
                  <a:pt x="144000" y="385766"/>
                  <a:pt x="144000" y="684000"/>
                </a:cubicBezTo>
                <a:cubicBezTo>
                  <a:pt x="144000" y="982234"/>
                  <a:pt x="385766" y="1224000"/>
                  <a:pt x="684000" y="1224000"/>
                </a:cubicBezTo>
                <a:cubicBezTo>
                  <a:pt x="982234" y="1224000"/>
                  <a:pt x="1224000" y="982234"/>
                  <a:pt x="1224000" y="684000"/>
                </a:cubicBezTo>
                <a:cubicBezTo>
                  <a:pt x="1224000" y="385766"/>
                  <a:pt x="982234" y="144000"/>
                  <a:pt x="684000" y="144000"/>
                </a:cubicBezTo>
                <a:close/>
                <a:moveTo>
                  <a:pt x="684000" y="0"/>
                </a:moveTo>
                <a:cubicBezTo>
                  <a:pt x="1061763" y="0"/>
                  <a:pt x="1368000" y="306237"/>
                  <a:pt x="1368000" y="684000"/>
                </a:cubicBezTo>
                <a:cubicBezTo>
                  <a:pt x="1368000" y="1061763"/>
                  <a:pt x="1061763" y="1368000"/>
                  <a:pt x="684000" y="1368000"/>
                </a:cubicBezTo>
                <a:cubicBezTo>
                  <a:pt x="306237" y="1368000"/>
                  <a:pt x="0" y="1061763"/>
                  <a:pt x="0" y="684000"/>
                </a:cubicBezTo>
                <a:cubicBezTo>
                  <a:pt x="0" y="306237"/>
                  <a:pt x="306237" y="0"/>
                  <a:pt x="6840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 rot="5400000">
            <a:off x="8076742" y="4231869"/>
            <a:ext cx="539781" cy="173677"/>
          </a:xfrm>
          <a:custGeom>
            <a:avLst/>
            <a:gdLst/>
            <a:ahLst/>
            <a:cxnLst/>
            <a:rect l="l" t="t" r="r" b="b"/>
            <a:pathLst>
              <a:path w="773880" h="44726" extrusionOk="0">
                <a:moveTo>
                  <a:pt x="0" y="0"/>
                </a:moveTo>
                <a:lnTo>
                  <a:pt x="773880" y="0"/>
                </a:lnTo>
                <a:lnTo>
                  <a:pt x="773880" y="44726"/>
                </a:lnTo>
                <a:lnTo>
                  <a:pt x="0" y="44726"/>
                </a:ln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8" name="Google Shape;458;p16"/>
          <p:cNvGrpSpPr/>
          <p:nvPr/>
        </p:nvGrpSpPr>
        <p:grpSpPr>
          <a:xfrm rot="5400000">
            <a:off x="6586332" y="1654488"/>
            <a:ext cx="3729018" cy="420011"/>
            <a:chOff x="-2238736" y="3074720"/>
            <a:chExt cx="773880" cy="223630"/>
          </a:xfrm>
        </p:grpSpPr>
        <p:sp>
          <p:nvSpPr>
            <p:cNvPr id="459" name="Google Shape;459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16"/>
          <p:cNvGrpSpPr/>
          <p:nvPr/>
        </p:nvGrpSpPr>
        <p:grpSpPr>
          <a:xfrm>
            <a:off x="7196210" y="2726280"/>
            <a:ext cx="1464750" cy="1933470"/>
            <a:chOff x="307943" y="1880647"/>
            <a:chExt cx="2520000" cy="2494800"/>
          </a:xfrm>
        </p:grpSpPr>
        <p:sp>
          <p:nvSpPr>
            <p:cNvPr id="465" name="Google Shape;465;p16"/>
            <p:cNvSpPr/>
            <p:nvPr/>
          </p:nvSpPr>
          <p:spPr>
            <a:xfrm>
              <a:off x="307943" y="1880647"/>
              <a:ext cx="2520000" cy="2494800"/>
            </a:xfrm>
            <a:custGeom>
              <a:avLst/>
              <a:gdLst/>
              <a:ahLst/>
              <a:cxnLst/>
              <a:rect l="l" t="t" r="r" b="b"/>
              <a:pathLst>
                <a:path w="2520000" h="2520000" extrusionOk="0">
                  <a:moveTo>
                    <a:pt x="1260000" y="144000"/>
                  </a:moveTo>
                  <a:cubicBezTo>
                    <a:pt x="643650" y="144000"/>
                    <a:pt x="144000" y="643650"/>
                    <a:pt x="144000" y="1260000"/>
                  </a:cubicBezTo>
                  <a:cubicBezTo>
                    <a:pt x="144000" y="1876350"/>
                    <a:pt x="643650" y="2376000"/>
                    <a:pt x="1260000" y="2376000"/>
                  </a:cubicBezTo>
                  <a:cubicBezTo>
                    <a:pt x="1876350" y="2376000"/>
                    <a:pt x="2376000" y="1876350"/>
                    <a:pt x="2376000" y="1260000"/>
                  </a:cubicBezTo>
                  <a:cubicBezTo>
                    <a:pt x="2376000" y="643650"/>
                    <a:pt x="1876350" y="144000"/>
                    <a:pt x="1260000" y="144000"/>
                  </a:cubicBezTo>
                  <a:close/>
                  <a:moveTo>
                    <a:pt x="1260000" y="0"/>
                  </a:moveTo>
                  <a:cubicBezTo>
                    <a:pt x="1955879" y="0"/>
                    <a:pt x="2520000" y="564121"/>
                    <a:pt x="2520000" y="1260000"/>
                  </a:cubicBezTo>
                  <a:cubicBezTo>
                    <a:pt x="2520000" y="1955879"/>
                    <a:pt x="1955879" y="2520000"/>
                    <a:pt x="1260000" y="2520000"/>
                  </a:cubicBezTo>
                  <a:cubicBezTo>
                    <a:pt x="564121" y="2520000"/>
                    <a:pt x="0" y="1955879"/>
                    <a:pt x="0" y="1260000"/>
                  </a:cubicBezTo>
                  <a:cubicBezTo>
                    <a:pt x="0" y="564121"/>
                    <a:pt x="564121" y="0"/>
                    <a:pt x="1260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451943" y="2007365"/>
              <a:ext cx="2232000" cy="2232000"/>
            </a:xfrm>
            <a:custGeom>
              <a:avLst/>
              <a:gdLst/>
              <a:ahLst/>
              <a:cxnLst/>
              <a:rect l="l" t="t" r="r" b="b"/>
              <a:pathLst>
                <a:path w="2232000" h="2232000" extrusionOk="0">
                  <a:moveTo>
                    <a:pt x="1116000" y="144000"/>
                  </a:moveTo>
                  <a:cubicBezTo>
                    <a:pt x="579179" y="144000"/>
                    <a:pt x="144000" y="579179"/>
                    <a:pt x="144000" y="1116000"/>
                  </a:cubicBezTo>
                  <a:cubicBezTo>
                    <a:pt x="144000" y="1652821"/>
                    <a:pt x="579179" y="2088000"/>
                    <a:pt x="1116000" y="2088000"/>
                  </a:cubicBezTo>
                  <a:cubicBezTo>
                    <a:pt x="1652821" y="2088000"/>
                    <a:pt x="2088000" y="1652821"/>
                    <a:pt x="2088000" y="1116000"/>
                  </a:cubicBezTo>
                  <a:cubicBezTo>
                    <a:pt x="2088000" y="579179"/>
                    <a:pt x="1652821" y="144000"/>
                    <a:pt x="1116000" y="144000"/>
                  </a:cubicBezTo>
                  <a:close/>
                  <a:moveTo>
                    <a:pt x="1116000" y="0"/>
                  </a:moveTo>
                  <a:cubicBezTo>
                    <a:pt x="1732350" y="0"/>
                    <a:pt x="2232000" y="499650"/>
                    <a:pt x="2232000" y="1116000"/>
                  </a:cubicBezTo>
                  <a:cubicBezTo>
                    <a:pt x="2232000" y="1732350"/>
                    <a:pt x="1732350" y="2232000"/>
                    <a:pt x="1116000" y="2232000"/>
                  </a:cubicBezTo>
                  <a:cubicBezTo>
                    <a:pt x="499650" y="2232000"/>
                    <a:pt x="0" y="1732350"/>
                    <a:pt x="0" y="1116000"/>
                  </a:cubicBezTo>
                  <a:cubicBezTo>
                    <a:pt x="0" y="499650"/>
                    <a:pt x="499650" y="0"/>
                    <a:pt x="1116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739943" y="2295365"/>
              <a:ext cx="1656000" cy="1656000"/>
            </a:xfrm>
            <a:custGeom>
              <a:avLst/>
              <a:gdLst/>
              <a:ahLst/>
              <a:cxnLst/>
              <a:rect l="l" t="t" r="r" b="b"/>
              <a:pathLst>
                <a:path w="1656000" h="1656000" extrusionOk="0">
                  <a:moveTo>
                    <a:pt x="828000" y="144000"/>
                  </a:moveTo>
                  <a:cubicBezTo>
                    <a:pt x="450237" y="144000"/>
                    <a:pt x="144000" y="450237"/>
                    <a:pt x="144000" y="828000"/>
                  </a:cubicBezTo>
                  <a:cubicBezTo>
                    <a:pt x="144000" y="1205763"/>
                    <a:pt x="450237" y="1512000"/>
                    <a:pt x="828000" y="1512000"/>
                  </a:cubicBezTo>
                  <a:cubicBezTo>
                    <a:pt x="1205763" y="1512000"/>
                    <a:pt x="1512000" y="1205763"/>
                    <a:pt x="1512000" y="828000"/>
                  </a:cubicBezTo>
                  <a:cubicBezTo>
                    <a:pt x="1512000" y="450237"/>
                    <a:pt x="1205763" y="144000"/>
                    <a:pt x="828000" y="144000"/>
                  </a:cubicBezTo>
                  <a:close/>
                  <a:moveTo>
                    <a:pt x="828000" y="0"/>
                  </a:moveTo>
                  <a:cubicBezTo>
                    <a:pt x="1285292" y="0"/>
                    <a:pt x="1656000" y="370708"/>
                    <a:pt x="1656000" y="828000"/>
                  </a:cubicBezTo>
                  <a:cubicBezTo>
                    <a:pt x="1656000" y="1285292"/>
                    <a:pt x="1285292" y="1656000"/>
                    <a:pt x="828000" y="1656000"/>
                  </a:cubicBezTo>
                  <a:cubicBezTo>
                    <a:pt x="370708" y="1656000"/>
                    <a:pt x="0" y="1285292"/>
                    <a:pt x="0" y="828000"/>
                  </a:cubicBezTo>
                  <a:cubicBezTo>
                    <a:pt x="0" y="370708"/>
                    <a:pt x="370708" y="0"/>
                    <a:pt x="8280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595943" y="2151365"/>
              <a:ext cx="1944000" cy="1944000"/>
            </a:xfrm>
            <a:custGeom>
              <a:avLst/>
              <a:gdLst/>
              <a:ahLst/>
              <a:cxnLst/>
              <a:rect l="l" t="t" r="r" b="b"/>
              <a:pathLst>
                <a:path w="1944000" h="1944000" extrusionOk="0">
                  <a:moveTo>
                    <a:pt x="972000" y="144000"/>
                  </a:moveTo>
                  <a:cubicBezTo>
                    <a:pt x="514708" y="144000"/>
                    <a:pt x="144000" y="514708"/>
                    <a:pt x="144000" y="972000"/>
                  </a:cubicBezTo>
                  <a:cubicBezTo>
                    <a:pt x="144000" y="1429292"/>
                    <a:pt x="514708" y="1800000"/>
                    <a:pt x="972000" y="1800000"/>
                  </a:cubicBezTo>
                  <a:cubicBezTo>
                    <a:pt x="1429292" y="1800000"/>
                    <a:pt x="1800000" y="1429292"/>
                    <a:pt x="1800000" y="972000"/>
                  </a:cubicBezTo>
                  <a:cubicBezTo>
                    <a:pt x="1800000" y="514708"/>
                    <a:pt x="1429292" y="144000"/>
                    <a:pt x="972000" y="144000"/>
                  </a:cubicBezTo>
                  <a:close/>
                  <a:moveTo>
                    <a:pt x="972000" y="0"/>
                  </a:moveTo>
                  <a:cubicBezTo>
                    <a:pt x="1508821" y="0"/>
                    <a:pt x="1944000" y="435179"/>
                    <a:pt x="1944000" y="972000"/>
                  </a:cubicBezTo>
                  <a:cubicBezTo>
                    <a:pt x="1944000" y="1508821"/>
                    <a:pt x="1508821" y="1944000"/>
                    <a:pt x="972000" y="1944000"/>
                  </a:cubicBezTo>
                  <a:cubicBezTo>
                    <a:pt x="435179" y="1944000"/>
                    <a:pt x="0" y="1508821"/>
                    <a:pt x="0" y="972000"/>
                  </a:cubicBezTo>
                  <a:cubicBezTo>
                    <a:pt x="0" y="435179"/>
                    <a:pt x="435179" y="0"/>
                    <a:pt x="9720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883943" y="2439365"/>
              <a:ext cx="1368000" cy="1368000"/>
            </a:xfrm>
            <a:custGeom>
              <a:avLst/>
              <a:gdLst/>
              <a:ahLst/>
              <a:cxnLst/>
              <a:rect l="l" t="t" r="r" b="b"/>
              <a:pathLst>
                <a:path w="1368000" h="1368000" extrusionOk="0">
                  <a:moveTo>
                    <a:pt x="684000" y="144000"/>
                  </a:moveTo>
                  <a:cubicBezTo>
                    <a:pt x="385766" y="144000"/>
                    <a:pt x="144000" y="385766"/>
                    <a:pt x="144000" y="684000"/>
                  </a:cubicBezTo>
                  <a:cubicBezTo>
                    <a:pt x="144000" y="982234"/>
                    <a:pt x="385766" y="1224000"/>
                    <a:pt x="684000" y="1224000"/>
                  </a:cubicBezTo>
                  <a:cubicBezTo>
                    <a:pt x="982234" y="1224000"/>
                    <a:pt x="1224000" y="982234"/>
                    <a:pt x="1224000" y="684000"/>
                  </a:cubicBezTo>
                  <a:cubicBezTo>
                    <a:pt x="1224000" y="385766"/>
                    <a:pt x="982234" y="144000"/>
                    <a:pt x="684000" y="144000"/>
                  </a:cubicBezTo>
                  <a:close/>
                  <a:moveTo>
                    <a:pt x="684000" y="0"/>
                  </a:moveTo>
                  <a:cubicBezTo>
                    <a:pt x="1061763" y="0"/>
                    <a:pt x="1368000" y="306237"/>
                    <a:pt x="1368000" y="684000"/>
                  </a:cubicBezTo>
                  <a:cubicBezTo>
                    <a:pt x="1368000" y="1061763"/>
                    <a:pt x="1061763" y="1368000"/>
                    <a:pt x="684000" y="1368000"/>
                  </a:cubicBezTo>
                  <a:cubicBezTo>
                    <a:pt x="306237" y="1368000"/>
                    <a:pt x="0" y="1061763"/>
                    <a:pt x="0" y="684000"/>
                  </a:cubicBezTo>
                  <a:cubicBezTo>
                    <a:pt x="0" y="306237"/>
                    <a:pt x="306237" y="0"/>
                    <a:pt x="6840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16"/>
          <p:cNvGrpSpPr/>
          <p:nvPr/>
        </p:nvGrpSpPr>
        <p:grpSpPr>
          <a:xfrm rot="5400000">
            <a:off x="6873058" y="5066631"/>
            <a:ext cx="3162615" cy="420011"/>
            <a:chOff x="-2238736" y="3074720"/>
            <a:chExt cx="773880" cy="223630"/>
          </a:xfrm>
        </p:grpSpPr>
        <p:sp>
          <p:nvSpPr>
            <p:cNvPr id="471" name="Google Shape;471;p16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6" name="Google Shape;476;p16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725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28659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Big image with Caption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"/>
          <p:cNvSpPr>
            <a:spLocks noGrp="1"/>
          </p:cNvSpPr>
          <p:nvPr>
            <p:ph type="pic" idx="2"/>
          </p:nvPr>
        </p:nvSpPr>
        <p:spPr>
          <a:xfrm>
            <a:off x="14063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1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725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342900" lvl="0" indent="-171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675">
                <a:solidFill>
                  <a:schemeClr val="l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2" name="Google Shape;482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05631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8"/>
          <p:cNvGrpSpPr/>
          <p:nvPr/>
        </p:nvGrpSpPr>
        <p:grpSpPr>
          <a:xfrm rot="5400000">
            <a:off x="4753696" y="1195000"/>
            <a:ext cx="456878" cy="8328437"/>
            <a:chOff x="-1891602" y="2136844"/>
            <a:chExt cx="223631" cy="1364652"/>
          </a:xfrm>
        </p:grpSpPr>
        <p:sp>
          <p:nvSpPr>
            <p:cNvPr id="485" name="Google Shape;485;p18"/>
            <p:cNvSpPr/>
            <p:nvPr/>
          </p:nvSpPr>
          <p:spPr>
            <a:xfrm>
              <a:off x="-1891602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-1846876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-1802149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-1757423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-1712697" y="2136844"/>
              <a:ext cx="44726" cy="1364652"/>
            </a:xfrm>
            <a:custGeom>
              <a:avLst/>
              <a:gdLst/>
              <a:ahLst/>
              <a:cxnLst/>
              <a:rect l="l" t="t" r="r" b="b"/>
              <a:pathLst>
                <a:path w="44726" h="1364652" extrusionOk="0">
                  <a:moveTo>
                    <a:pt x="0" y="0"/>
                  </a:moveTo>
                  <a:lnTo>
                    <a:pt x="44726" y="0"/>
                  </a:lnTo>
                  <a:lnTo>
                    <a:pt x="44726" y="1364653"/>
                  </a:lnTo>
                  <a:lnTo>
                    <a:pt x="0" y="136465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18"/>
          <p:cNvSpPr/>
          <p:nvPr/>
        </p:nvSpPr>
        <p:spPr>
          <a:xfrm rot="5400000">
            <a:off x="500652" y="5729278"/>
            <a:ext cx="1145716" cy="263195"/>
          </a:xfrm>
          <a:custGeom>
            <a:avLst/>
            <a:gdLst/>
            <a:ahLst/>
            <a:cxnLst/>
            <a:rect l="l" t="t" r="r" b="b"/>
            <a:pathLst>
              <a:path w="2338195" h="535765" extrusionOk="0">
                <a:moveTo>
                  <a:pt x="0" y="0"/>
                </a:moveTo>
                <a:lnTo>
                  <a:pt x="1134140" y="0"/>
                </a:lnTo>
                <a:lnTo>
                  <a:pt x="1134140" y="195"/>
                </a:lnTo>
                <a:lnTo>
                  <a:pt x="1689750" y="195"/>
                </a:lnTo>
                <a:cubicBezTo>
                  <a:pt x="1689750" y="195"/>
                  <a:pt x="1698115" y="-218"/>
                  <a:pt x="1712975" y="157"/>
                </a:cubicBezTo>
                <a:cubicBezTo>
                  <a:pt x="1751983" y="1142"/>
                  <a:pt x="1835744" y="7555"/>
                  <a:pt x="1930426" y="41115"/>
                </a:cubicBezTo>
                <a:lnTo>
                  <a:pt x="1966671" y="57325"/>
                </a:lnTo>
                <a:lnTo>
                  <a:pt x="1971192" y="58839"/>
                </a:lnTo>
                <a:lnTo>
                  <a:pt x="1983996" y="65073"/>
                </a:lnTo>
                <a:lnTo>
                  <a:pt x="2027494" y="84527"/>
                </a:lnTo>
                <a:lnTo>
                  <a:pt x="2055330" y="103597"/>
                </a:lnTo>
                <a:lnTo>
                  <a:pt x="2082890" y="120714"/>
                </a:lnTo>
                <a:lnTo>
                  <a:pt x="2099456" y="133826"/>
                </a:lnTo>
                <a:lnTo>
                  <a:pt x="2124324" y="150862"/>
                </a:lnTo>
                <a:cubicBezTo>
                  <a:pt x="2155725" y="177331"/>
                  <a:pt x="2185833" y="208424"/>
                  <a:pt x="2213396" y="244947"/>
                </a:cubicBezTo>
                <a:lnTo>
                  <a:pt x="2233743" y="275488"/>
                </a:lnTo>
                <a:lnTo>
                  <a:pt x="2235991" y="278459"/>
                </a:lnTo>
                <a:lnTo>
                  <a:pt x="2237507" y="281138"/>
                </a:lnTo>
                <a:lnTo>
                  <a:pt x="2252674" y="303904"/>
                </a:lnTo>
                <a:lnTo>
                  <a:pt x="2273444" y="344642"/>
                </a:lnTo>
                <a:lnTo>
                  <a:pt x="2277579" y="351948"/>
                </a:lnTo>
                <a:lnTo>
                  <a:pt x="2279146" y="355824"/>
                </a:lnTo>
                <a:lnTo>
                  <a:pt x="2287193" y="371607"/>
                </a:lnTo>
                <a:lnTo>
                  <a:pt x="2307865" y="426878"/>
                </a:lnTo>
                <a:lnTo>
                  <a:pt x="2312113" y="437386"/>
                </a:lnTo>
                <a:lnTo>
                  <a:pt x="2312887" y="440304"/>
                </a:lnTo>
                <a:lnTo>
                  <a:pt x="2316013" y="448661"/>
                </a:lnTo>
                <a:cubicBezTo>
                  <a:pt x="2324566" y="475971"/>
                  <a:pt x="2332012" y="504941"/>
                  <a:pt x="2338195" y="535669"/>
                </a:cubicBezTo>
                <a:lnTo>
                  <a:pt x="2338195" y="535670"/>
                </a:lnTo>
                <a:lnTo>
                  <a:pt x="2338195" y="535672"/>
                </a:lnTo>
                <a:lnTo>
                  <a:pt x="2338167" y="535663"/>
                </a:lnTo>
                <a:lnTo>
                  <a:pt x="2338192" y="535749"/>
                </a:lnTo>
                <a:lnTo>
                  <a:pt x="2338195" y="535762"/>
                </a:lnTo>
                <a:lnTo>
                  <a:pt x="2338194" y="535762"/>
                </a:lnTo>
                <a:lnTo>
                  <a:pt x="2338195" y="535764"/>
                </a:lnTo>
                <a:lnTo>
                  <a:pt x="2338195" y="535765"/>
                </a:lnTo>
                <a:lnTo>
                  <a:pt x="2337155" y="535426"/>
                </a:lnTo>
                <a:lnTo>
                  <a:pt x="2318105" y="529280"/>
                </a:lnTo>
                <a:lnTo>
                  <a:pt x="2233901" y="502487"/>
                </a:lnTo>
                <a:lnTo>
                  <a:pt x="2225983" y="486958"/>
                </a:lnTo>
                <a:lnTo>
                  <a:pt x="2224416" y="483082"/>
                </a:lnTo>
                <a:lnTo>
                  <a:pt x="2220281" y="475776"/>
                </a:lnTo>
                <a:lnTo>
                  <a:pt x="2199511" y="435038"/>
                </a:lnTo>
                <a:lnTo>
                  <a:pt x="2184344" y="412272"/>
                </a:lnTo>
                <a:lnTo>
                  <a:pt x="2182828" y="409593"/>
                </a:lnTo>
                <a:lnTo>
                  <a:pt x="2180580" y="406622"/>
                </a:lnTo>
                <a:lnTo>
                  <a:pt x="2160233" y="376081"/>
                </a:lnTo>
                <a:cubicBezTo>
                  <a:pt x="2132670" y="339558"/>
                  <a:pt x="2102562" y="308465"/>
                  <a:pt x="2071161" y="281996"/>
                </a:cubicBezTo>
                <a:lnTo>
                  <a:pt x="2046293" y="264960"/>
                </a:lnTo>
                <a:lnTo>
                  <a:pt x="2029727" y="251848"/>
                </a:lnTo>
                <a:lnTo>
                  <a:pt x="2002167" y="234731"/>
                </a:lnTo>
                <a:lnTo>
                  <a:pt x="1974331" y="215661"/>
                </a:lnTo>
                <a:lnTo>
                  <a:pt x="1930833" y="196207"/>
                </a:lnTo>
                <a:lnTo>
                  <a:pt x="1918029" y="189973"/>
                </a:lnTo>
                <a:lnTo>
                  <a:pt x="1913508" y="188459"/>
                </a:lnTo>
                <a:lnTo>
                  <a:pt x="1877263" y="172249"/>
                </a:lnTo>
                <a:cubicBezTo>
                  <a:pt x="1782581" y="138689"/>
                  <a:pt x="1698820" y="132276"/>
                  <a:pt x="1659812" y="131291"/>
                </a:cubicBezTo>
                <a:cubicBezTo>
                  <a:pt x="1644952" y="130916"/>
                  <a:pt x="1636587" y="131329"/>
                  <a:pt x="1636587" y="131329"/>
                </a:cubicBezTo>
                <a:lnTo>
                  <a:pt x="1101936" y="131329"/>
                </a:lnTo>
                <a:lnTo>
                  <a:pt x="1099774" y="130622"/>
                </a:lnTo>
                <a:lnTo>
                  <a:pt x="1105402" y="130622"/>
                </a:lnTo>
                <a:lnTo>
                  <a:pt x="1099774" y="128773"/>
                </a:lnTo>
                <a:lnTo>
                  <a:pt x="1105358" y="128773"/>
                </a:lnTo>
                <a:lnTo>
                  <a:pt x="1101777" y="127591"/>
                </a:lnTo>
                <a:lnTo>
                  <a:pt x="0" y="1275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 rot="5400000">
            <a:off x="1056900" y="5182358"/>
            <a:ext cx="745200" cy="625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63500" dist="508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 rot="5400000">
            <a:off x="926813" y="5049455"/>
            <a:ext cx="486300" cy="648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63500" dist="508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8"/>
          <p:cNvGrpSpPr/>
          <p:nvPr/>
        </p:nvGrpSpPr>
        <p:grpSpPr>
          <a:xfrm rot="5400000">
            <a:off x="-41289" y="5351996"/>
            <a:ext cx="1730784" cy="1298088"/>
            <a:chOff x="-1891635" y="3077004"/>
            <a:chExt cx="850550" cy="850550"/>
          </a:xfrm>
        </p:grpSpPr>
        <p:sp>
          <p:nvSpPr>
            <p:cNvPr id="494" name="Google Shape;494;p18"/>
            <p:cNvSpPr/>
            <p:nvPr/>
          </p:nvSpPr>
          <p:spPr>
            <a:xfrm>
              <a:off x="-1891635" y="3077004"/>
              <a:ext cx="850550" cy="850550"/>
            </a:xfrm>
            <a:custGeom>
              <a:avLst/>
              <a:gdLst/>
              <a:ahLst/>
              <a:cxnLst/>
              <a:rect l="l" t="t" r="r" b="b"/>
              <a:pathLst>
                <a:path w="850550" h="850550" extrusionOk="0">
                  <a:moveTo>
                    <a:pt x="425289" y="44758"/>
                  </a:moveTo>
                  <a:lnTo>
                    <a:pt x="425289" y="32"/>
                  </a:lnTo>
                  <a:cubicBezTo>
                    <a:pt x="593489" y="-2144"/>
                    <a:pt x="755814" y="106421"/>
                    <a:pt x="818192" y="262515"/>
                  </a:cubicBezTo>
                  <a:cubicBezTo>
                    <a:pt x="884566" y="417207"/>
                    <a:pt x="846400" y="608575"/>
                    <a:pt x="725997" y="725996"/>
                  </a:cubicBezTo>
                  <a:cubicBezTo>
                    <a:pt x="608576" y="846399"/>
                    <a:pt x="417208" y="884565"/>
                    <a:pt x="262486" y="818192"/>
                  </a:cubicBezTo>
                  <a:cubicBezTo>
                    <a:pt x="106421" y="755814"/>
                    <a:pt x="-2173" y="593488"/>
                    <a:pt x="33" y="425288"/>
                  </a:cubicBezTo>
                  <a:lnTo>
                    <a:pt x="44759" y="425288"/>
                  </a:lnTo>
                  <a:cubicBezTo>
                    <a:pt x="42761" y="575806"/>
                    <a:pt x="139966" y="721017"/>
                    <a:pt x="279631" y="776865"/>
                  </a:cubicBezTo>
                  <a:cubicBezTo>
                    <a:pt x="418013" y="836201"/>
                    <a:pt x="589314" y="802150"/>
                    <a:pt x="694361" y="694360"/>
                  </a:cubicBezTo>
                  <a:cubicBezTo>
                    <a:pt x="802151" y="589313"/>
                    <a:pt x="836202" y="418013"/>
                    <a:pt x="776866" y="279630"/>
                  </a:cubicBezTo>
                  <a:cubicBezTo>
                    <a:pt x="721047" y="139995"/>
                    <a:pt x="575807" y="42790"/>
                    <a:pt x="425289" y="447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-1846906" y="3119416"/>
              <a:ext cx="761069" cy="761089"/>
            </a:xfrm>
            <a:custGeom>
              <a:avLst/>
              <a:gdLst/>
              <a:ahLst/>
              <a:cxnLst/>
              <a:rect l="l" t="t" r="r" b="b"/>
              <a:pathLst>
                <a:path w="761069" h="761089" extrusionOk="0">
                  <a:moveTo>
                    <a:pt x="380560" y="44756"/>
                  </a:moveTo>
                  <a:lnTo>
                    <a:pt x="380560" y="30"/>
                  </a:lnTo>
                  <a:cubicBezTo>
                    <a:pt x="531078" y="-1968"/>
                    <a:pt x="676289" y="95237"/>
                    <a:pt x="732137" y="234902"/>
                  </a:cubicBezTo>
                  <a:cubicBezTo>
                    <a:pt x="791473" y="373285"/>
                    <a:pt x="757392" y="544585"/>
                    <a:pt x="649632" y="649632"/>
                  </a:cubicBezTo>
                  <a:cubicBezTo>
                    <a:pt x="544585" y="757422"/>
                    <a:pt x="373284" y="791503"/>
                    <a:pt x="234902" y="732137"/>
                  </a:cubicBezTo>
                  <a:cubicBezTo>
                    <a:pt x="95237" y="676289"/>
                    <a:pt x="-1967" y="531048"/>
                    <a:pt x="30" y="380560"/>
                  </a:cubicBezTo>
                  <a:lnTo>
                    <a:pt x="44756" y="380560"/>
                  </a:lnTo>
                  <a:cubicBezTo>
                    <a:pt x="42967" y="513367"/>
                    <a:pt x="128782" y="641522"/>
                    <a:pt x="252047" y="690840"/>
                  </a:cubicBezTo>
                  <a:cubicBezTo>
                    <a:pt x="374119" y="743139"/>
                    <a:pt x="525353" y="713173"/>
                    <a:pt x="618025" y="618026"/>
                  </a:cubicBezTo>
                  <a:cubicBezTo>
                    <a:pt x="713173" y="525353"/>
                    <a:pt x="743169" y="374119"/>
                    <a:pt x="690839" y="252047"/>
                  </a:cubicBezTo>
                  <a:cubicBezTo>
                    <a:pt x="641522" y="128812"/>
                    <a:pt x="513396" y="42997"/>
                    <a:pt x="380560" y="447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-1802176" y="3164145"/>
              <a:ext cx="671624" cy="671638"/>
            </a:xfrm>
            <a:custGeom>
              <a:avLst/>
              <a:gdLst/>
              <a:ahLst/>
              <a:cxnLst/>
              <a:rect l="l" t="t" r="r" b="b"/>
              <a:pathLst>
                <a:path w="671624" h="671638" extrusionOk="0">
                  <a:moveTo>
                    <a:pt x="335830" y="44754"/>
                  </a:moveTo>
                  <a:lnTo>
                    <a:pt x="335830" y="27"/>
                  </a:lnTo>
                  <a:cubicBezTo>
                    <a:pt x="468637" y="-1762"/>
                    <a:pt x="596792" y="84083"/>
                    <a:pt x="646110" y="207318"/>
                  </a:cubicBezTo>
                  <a:cubicBezTo>
                    <a:pt x="698410" y="329390"/>
                    <a:pt x="668443" y="480624"/>
                    <a:pt x="573296" y="573297"/>
                  </a:cubicBezTo>
                  <a:cubicBezTo>
                    <a:pt x="480623" y="668444"/>
                    <a:pt x="329390" y="698440"/>
                    <a:pt x="207317" y="646111"/>
                  </a:cubicBezTo>
                  <a:cubicBezTo>
                    <a:pt x="84082" y="596793"/>
                    <a:pt x="-1733" y="468668"/>
                    <a:pt x="27" y="335831"/>
                  </a:cubicBezTo>
                  <a:lnTo>
                    <a:pt x="44753" y="335831"/>
                  </a:lnTo>
                  <a:cubicBezTo>
                    <a:pt x="43172" y="450956"/>
                    <a:pt x="117626" y="561996"/>
                    <a:pt x="224432" y="604784"/>
                  </a:cubicBezTo>
                  <a:cubicBezTo>
                    <a:pt x="330165" y="650076"/>
                    <a:pt x="461361" y="624195"/>
                    <a:pt x="541660" y="541660"/>
                  </a:cubicBezTo>
                  <a:cubicBezTo>
                    <a:pt x="624194" y="461362"/>
                    <a:pt x="650075" y="330195"/>
                    <a:pt x="604783" y="224433"/>
                  </a:cubicBezTo>
                  <a:cubicBezTo>
                    <a:pt x="562025" y="117627"/>
                    <a:pt x="450985" y="43173"/>
                    <a:pt x="335830" y="44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-1757448" y="3208874"/>
              <a:ext cx="582150" cy="582164"/>
            </a:xfrm>
            <a:custGeom>
              <a:avLst/>
              <a:gdLst/>
              <a:ahLst/>
              <a:cxnLst/>
              <a:rect l="l" t="t" r="r" b="b"/>
              <a:pathLst>
                <a:path w="582150" h="582164" extrusionOk="0">
                  <a:moveTo>
                    <a:pt x="291102" y="44751"/>
                  </a:moveTo>
                  <a:lnTo>
                    <a:pt x="291102" y="25"/>
                  </a:lnTo>
                  <a:cubicBezTo>
                    <a:pt x="406227" y="-1556"/>
                    <a:pt x="517297" y="72899"/>
                    <a:pt x="560055" y="179704"/>
                  </a:cubicBezTo>
                  <a:cubicBezTo>
                    <a:pt x="605318" y="285437"/>
                    <a:pt x="579466" y="416603"/>
                    <a:pt x="496932" y="496932"/>
                  </a:cubicBezTo>
                  <a:cubicBezTo>
                    <a:pt x="416633" y="579466"/>
                    <a:pt x="285466" y="605348"/>
                    <a:pt x="179704" y="560055"/>
                  </a:cubicBezTo>
                  <a:cubicBezTo>
                    <a:pt x="72869" y="517267"/>
                    <a:pt x="-1556" y="406227"/>
                    <a:pt x="25" y="291102"/>
                  </a:cubicBezTo>
                  <a:lnTo>
                    <a:pt x="44751" y="291102"/>
                  </a:lnTo>
                  <a:cubicBezTo>
                    <a:pt x="43379" y="388545"/>
                    <a:pt x="106443" y="482500"/>
                    <a:pt x="196849" y="518758"/>
                  </a:cubicBezTo>
                  <a:cubicBezTo>
                    <a:pt x="286272" y="557014"/>
                    <a:pt x="397371" y="535217"/>
                    <a:pt x="465325" y="465325"/>
                  </a:cubicBezTo>
                  <a:cubicBezTo>
                    <a:pt x="535247" y="397401"/>
                    <a:pt x="557013" y="286302"/>
                    <a:pt x="518758" y="196879"/>
                  </a:cubicBezTo>
                  <a:cubicBezTo>
                    <a:pt x="482530" y="106443"/>
                    <a:pt x="388545" y="43379"/>
                    <a:pt x="291102" y="4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-1712719" y="3253602"/>
              <a:ext cx="492712" cy="492689"/>
            </a:xfrm>
            <a:custGeom>
              <a:avLst/>
              <a:gdLst/>
              <a:ahLst/>
              <a:cxnLst/>
              <a:rect l="l" t="t" r="r" b="b"/>
              <a:pathLst>
                <a:path w="492712" h="492689" extrusionOk="0">
                  <a:moveTo>
                    <a:pt x="246373" y="44748"/>
                  </a:moveTo>
                  <a:lnTo>
                    <a:pt x="246373" y="22"/>
                  </a:lnTo>
                  <a:cubicBezTo>
                    <a:pt x="343816" y="-1350"/>
                    <a:pt x="437771" y="61714"/>
                    <a:pt x="474029" y="152120"/>
                  </a:cubicBezTo>
                  <a:cubicBezTo>
                    <a:pt x="512285" y="241543"/>
                    <a:pt x="490488" y="352672"/>
                    <a:pt x="420596" y="420567"/>
                  </a:cubicBezTo>
                  <a:cubicBezTo>
                    <a:pt x="352672" y="490488"/>
                    <a:pt x="241573" y="512255"/>
                    <a:pt x="152120" y="473999"/>
                  </a:cubicBezTo>
                  <a:cubicBezTo>
                    <a:pt x="61714" y="437741"/>
                    <a:pt x="-1350" y="343787"/>
                    <a:pt x="22" y="246343"/>
                  </a:cubicBezTo>
                  <a:lnTo>
                    <a:pt x="44748" y="246343"/>
                  </a:lnTo>
                  <a:cubicBezTo>
                    <a:pt x="43585" y="326105"/>
                    <a:pt x="95259" y="402974"/>
                    <a:pt x="169236" y="432672"/>
                  </a:cubicBezTo>
                  <a:cubicBezTo>
                    <a:pt x="242348" y="463891"/>
                    <a:pt x="333380" y="446209"/>
                    <a:pt x="388930" y="388930"/>
                  </a:cubicBezTo>
                  <a:cubicBezTo>
                    <a:pt x="446209" y="333381"/>
                    <a:pt x="463891" y="242318"/>
                    <a:pt x="432672" y="169236"/>
                  </a:cubicBezTo>
                  <a:cubicBezTo>
                    <a:pt x="403004" y="95259"/>
                    <a:pt x="326135" y="43585"/>
                    <a:pt x="246373" y="44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18"/>
          <p:cNvGrpSpPr/>
          <p:nvPr/>
        </p:nvGrpSpPr>
        <p:grpSpPr>
          <a:xfrm rot="5400000">
            <a:off x="-1703862" y="2824399"/>
            <a:ext cx="6020786" cy="338028"/>
            <a:chOff x="-2238736" y="3074720"/>
            <a:chExt cx="773880" cy="223630"/>
          </a:xfrm>
        </p:grpSpPr>
        <p:sp>
          <p:nvSpPr>
            <p:cNvPr id="500" name="Google Shape;500;p18"/>
            <p:cNvSpPr/>
            <p:nvPr/>
          </p:nvSpPr>
          <p:spPr>
            <a:xfrm>
              <a:off x="-2238736" y="3074720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-2238736" y="3119446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-2238736" y="3164172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-2238736" y="3208898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-2238736" y="3253624"/>
              <a:ext cx="773880" cy="44726"/>
            </a:xfrm>
            <a:custGeom>
              <a:avLst/>
              <a:gdLst/>
              <a:ahLst/>
              <a:cxnLst/>
              <a:rect l="l" t="t" r="r" b="b"/>
              <a:pathLst>
                <a:path w="773880" h="44726" extrusionOk="0">
                  <a:moveTo>
                    <a:pt x="0" y="0"/>
                  </a:moveTo>
                  <a:lnTo>
                    <a:pt x="773880" y="0"/>
                  </a:lnTo>
                  <a:lnTo>
                    <a:pt x="773880" y="44726"/>
                  </a:lnTo>
                  <a:lnTo>
                    <a:pt x="0" y="4472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6" name="Google Shape;506;p18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8"/>
          <p:cNvSpPr txBox="1">
            <a:spLocks noGrp="1"/>
          </p:cNvSpPr>
          <p:nvPr>
            <p:ph type="title" hasCustomPrompt="1"/>
          </p:nvPr>
        </p:nvSpPr>
        <p:spPr>
          <a:xfrm>
            <a:off x="1683338" y="847875"/>
            <a:ext cx="7132050" cy="3368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8" name="Google Shape;508;p18"/>
          <p:cNvSpPr txBox="1">
            <a:spLocks noGrp="1"/>
          </p:cNvSpPr>
          <p:nvPr>
            <p:ph type="body" idx="1"/>
          </p:nvPr>
        </p:nvSpPr>
        <p:spPr>
          <a:xfrm>
            <a:off x="1683338" y="5672474"/>
            <a:ext cx="7132050" cy="100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90513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685800" lvl="1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028700" lvl="2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371600" lvl="3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1714500" lvl="4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057400" lvl="5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2400300" lvl="6" indent="-28575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2743200" lvl="7" indent="-28575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3086100" lvl="8" indent="-28575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5731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9"/>
          <p:cNvPicPr preferRelativeResize="0"/>
          <p:nvPr/>
        </p:nvPicPr>
        <p:blipFill rotWithShape="1">
          <a:blip r:embed="rId2">
            <a:alphaModFix amt="81000"/>
          </a:blip>
          <a:srcRect l="7351" t="9166" r="3751" b="825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7523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Z SlidesMania - Do not remove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grpSp>
        <p:nvGrpSpPr>
          <p:cNvPr id="513" name="Google Shape;513;p20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514" name="Google Shape;514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15" name="Google Shape;515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27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5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225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25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33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25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25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516" name="Google Shape;516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517" name="Google Shape;517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18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522" name="Google Shape;522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93806" y="493726"/>
            <a:ext cx="6179850" cy="2071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6336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9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"/>
              <a:buNone/>
              <a:defRPr sz="3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24637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9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45" name="Google Shape;1845;p29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87472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DM Sans Black"/>
              <a:buNone/>
              <a:defRPr sz="4500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Didact Gothic"/>
              <a:buChar char="●"/>
              <a:defRPr sz="25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●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○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idact Gothic"/>
              <a:buChar char="■"/>
              <a:defRPr sz="2400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975">
                <a:solidFill>
                  <a:schemeClr val="dk2"/>
                </a:solidFill>
              </a:defRPr>
            </a:lvl1pPr>
            <a:lvl2pPr lvl="1" algn="r">
              <a:buNone/>
              <a:defRPr sz="975">
                <a:solidFill>
                  <a:schemeClr val="dk2"/>
                </a:solidFill>
              </a:defRPr>
            </a:lvl2pPr>
            <a:lvl3pPr lvl="2" algn="r">
              <a:buNone/>
              <a:defRPr sz="975">
                <a:solidFill>
                  <a:schemeClr val="dk2"/>
                </a:solidFill>
              </a:defRPr>
            </a:lvl3pPr>
            <a:lvl4pPr lvl="3" algn="r">
              <a:buNone/>
              <a:defRPr sz="975">
                <a:solidFill>
                  <a:schemeClr val="dk2"/>
                </a:solidFill>
              </a:defRPr>
            </a:lvl4pPr>
            <a:lvl5pPr lvl="4" algn="r">
              <a:buNone/>
              <a:defRPr sz="975">
                <a:solidFill>
                  <a:schemeClr val="dk2"/>
                </a:solidFill>
              </a:defRPr>
            </a:lvl5pPr>
            <a:lvl6pPr lvl="5" algn="r">
              <a:buNone/>
              <a:defRPr sz="975">
                <a:solidFill>
                  <a:schemeClr val="dk2"/>
                </a:solidFill>
              </a:defRPr>
            </a:lvl6pPr>
            <a:lvl7pPr lvl="6" algn="r">
              <a:buNone/>
              <a:defRPr sz="975">
                <a:solidFill>
                  <a:schemeClr val="dk2"/>
                </a:solidFill>
              </a:defRPr>
            </a:lvl7pPr>
            <a:lvl8pPr lvl="7" algn="r">
              <a:buNone/>
              <a:defRPr sz="975">
                <a:solidFill>
                  <a:schemeClr val="dk2"/>
                </a:solidFill>
              </a:defRPr>
            </a:lvl8pPr>
            <a:lvl9pPr lvl="8" algn="r">
              <a:buNone/>
              <a:defRPr sz="975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" name="Google Shape;9;p1"/>
          <p:cNvSpPr/>
          <p:nvPr/>
        </p:nvSpPr>
        <p:spPr>
          <a:xfrm rot="5400000">
            <a:off x="-488411" y="6133679"/>
            <a:ext cx="1131345" cy="85942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7448850" y="13425"/>
            <a:ext cx="1695150" cy="30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1"/>
                </a:solidFill>
              </a:rPr>
              <a:t>slidesmania.com</a:t>
            </a:r>
            <a:endParaRPr sz="105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883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3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B3F1-1D20-7B4C-9620-F8FCFA1C1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98" y="304617"/>
            <a:ext cx="7244091" cy="112230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Baskerville Old Face" panose="02020602080505020303" pitchFamily="18" charset="0"/>
              </a:rPr>
              <a:t>Manufacturing Analysis</a:t>
            </a:r>
            <a:endParaRPr lang="en-IN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54977-BB94-A6AB-2129-C74A24DA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088" y="1426917"/>
            <a:ext cx="8994912" cy="5431083"/>
          </a:xfrm>
        </p:spPr>
        <p:txBody>
          <a:bodyPr>
            <a:normAutofit/>
          </a:bodyPr>
          <a:lstStyle/>
          <a:p>
            <a:endParaRPr lang="en-IN" sz="1800" dirty="0"/>
          </a:p>
          <a:p>
            <a:pPr marL="52387" indent="0" algn="ctr">
              <a:buNone/>
            </a:pPr>
            <a:r>
              <a:rPr lang="en-IN" sz="3600" dirty="0"/>
              <a:t>Comparative Study using Excel, Power BI, Tableau &amp; MySQL</a:t>
            </a:r>
          </a:p>
          <a:p>
            <a:pPr marL="52387" indent="0" algn="ctr">
              <a:buNone/>
            </a:pPr>
            <a:r>
              <a:rPr lang="en-IN" sz="3600" dirty="0"/>
              <a:t>“Turning 10K rows of raw data into real manufacturing insights.”</a:t>
            </a:r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pPr algn="ctr"/>
            <a:endParaRPr lang="en-IN" sz="3200" dirty="0"/>
          </a:p>
          <a:p>
            <a:endParaRPr lang="en-IN" sz="7200" b="1" u="sng" dirty="0"/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30DEF0-64BE-5B11-4981-542D83372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593" y="5140146"/>
            <a:ext cx="1729407" cy="932064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C5970-3089-1BDF-44BF-64A68FB7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56" y="5308514"/>
            <a:ext cx="2045743" cy="7462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9AA71F-1710-EE52-7FB5-E106D12DE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91" y="5218039"/>
            <a:ext cx="1729407" cy="836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53347-7161-6155-8010-CA402E748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264" y="4890169"/>
            <a:ext cx="1853648" cy="83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5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0F0E9D-DD06-2F33-F3C0-AF27A5604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08364"/>
              </p:ext>
            </p:extLst>
          </p:nvPr>
        </p:nvGraphicFramePr>
        <p:xfrm>
          <a:off x="298175" y="2286434"/>
          <a:ext cx="8371234" cy="232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17">
                  <a:extLst>
                    <a:ext uri="{9D8B030D-6E8A-4147-A177-3AD203B41FA5}">
                      <a16:colId xmlns:a16="http://schemas.microsoft.com/office/drawing/2014/main" val="903821137"/>
                    </a:ext>
                  </a:extLst>
                </a:gridCol>
                <a:gridCol w="4185617">
                  <a:extLst>
                    <a:ext uri="{9D8B030D-6E8A-4147-A177-3AD203B41FA5}">
                      <a16:colId xmlns:a16="http://schemas.microsoft.com/office/drawing/2014/main" val="1091207992"/>
                    </a:ext>
                  </a:extLst>
                </a:gridCol>
              </a:tblGrid>
              <a:tr h="355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What We </a:t>
                      </a:r>
                      <a:r>
                        <a:rPr lang="en-IN" sz="1600" dirty="0" err="1">
                          <a:solidFill>
                            <a:schemeClr val="bg2"/>
                          </a:solidFill>
                        </a:rPr>
                        <a:t>Analyzed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Why It Matters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90548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2015 manufacturing data (10 K rows)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To find relation between manufactured and rejected quantities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133376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Machine &amp; product performance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Identify bottlenecks and improve efficiency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853721"/>
                  </a:ext>
                </a:extLst>
              </a:tr>
              <a:tr h="65526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KPIs – Manufactured Qty, Rejected Qty, Wastage %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Support data-driven decisions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617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9FECD6-3FDF-6646-EA1F-023679B7EBFB}"/>
              </a:ext>
            </a:extLst>
          </p:cNvPr>
          <p:cNvSpPr txBox="1"/>
          <p:nvPr/>
        </p:nvSpPr>
        <p:spPr>
          <a:xfrm>
            <a:off x="694497" y="1300457"/>
            <a:ext cx="851907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“</a:t>
            </a:r>
            <a:r>
              <a:rPr lang="en-US" sz="1600" dirty="0">
                <a:solidFill>
                  <a:schemeClr val="bg2"/>
                </a:solidFill>
              </a:rPr>
              <a:t>Analyzed 2015 manufacturing data to identify rejection patterns and improve process efficiency.”</a:t>
            </a:r>
          </a:p>
          <a:p>
            <a:r>
              <a:rPr lang="en-US" sz="1600" dirty="0">
                <a:solidFill>
                  <a:schemeClr val="bg2"/>
                </a:solidFill>
              </a:rPr>
              <a:t>“Turning production data into process improvement insights.”</a:t>
            </a:r>
            <a:endParaRPr lang="en-IN" sz="1600" dirty="0">
              <a:solidFill>
                <a:schemeClr val="bg2"/>
              </a:solidFill>
            </a:endParaRPr>
          </a:p>
          <a:p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3F14FB14-0BA2-45A9-9A7A-309C52DF9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" y="1308693"/>
            <a:ext cx="575228" cy="390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D4EEDC-5CAD-48FD-B494-0AC705707179}"/>
              </a:ext>
            </a:extLst>
          </p:cNvPr>
          <p:cNvSpPr txBox="1"/>
          <p:nvPr/>
        </p:nvSpPr>
        <p:spPr>
          <a:xfrm>
            <a:off x="576469" y="241337"/>
            <a:ext cx="7553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Introduction &amp; 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786C0-D0B0-AC0A-57BF-B1E0A2C48C77}"/>
              </a:ext>
            </a:extLst>
          </p:cNvPr>
          <p:cNvSpPr txBox="1"/>
          <p:nvPr/>
        </p:nvSpPr>
        <p:spPr>
          <a:xfrm>
            <a:off x="1341783" y="4624531"/>
            <a:ext cx="6039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dk1"/>
                </a:solidFill>
                <a:latin typeface="Baskerville Old Face" panose="02020602080505020303" pitchFamily="18" charset="0"/>
              </a:rPr>
              <a:t>Project Overview / Workflow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96A68DE-050C-970E-A148-3610561E4D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569238"/>
              </p:ext>
            </p:extLst>
          </p:nvPr>
        </p:nvGraphicFramePr>
        <p:xfrm>
          <a:off x="298175" y="5229144"/>
          <a:ext cx="8845825" cy="147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2717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Graphic spid="1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F44D7-189D-EF0B-D283-E51976FA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A445-165A-EB36-8ADC-7B5AD2D05B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7963" y="287338"/>
            <a:ext cx="8936037" cy="1104900"/>
          </a:xfrm>
        </p:spPr>
        <p:txBody>
          <a:bodyPr>
            <a:no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Comparative Manufacturing Data Analysis – Multi-Tool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DEB6-303A-0E6E-E51E-1920E1EDEBD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35125"/>
            <a:ext cx="8656638" cy="47339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000" dirty="0">
              <a:latin typeface="+mn-lt"/>
            </a:endParaRPr>
          </a:p>
          <a:p>
            <a:r>
              <a:rPr lang="en-US" sz="2800" dirty="0">
                <a:latin typeface="+mn-lt"/>
              </a:rPr>
              <a:t>This project helped us to:</a:t>
            </a:r>
          </a:p>
          <a:p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Track </a:t>
            </a:r>
            <a:r>
              <a:rPr lang="en-US" sz="2400" b="1" dirty="0">
                <a:latin typeface="+mn-lt"/>
              </a:rPr>
              <a:t>production vs. rejection rate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Identify </a:t>
            </a:r>
            <a:r>
              <a:rPr lang="en-US" sz="2400" b="1" dirty="0">
                <a:latin typeface="+mn-lt"/>
              </a:rPr>
              <a:t>which products or machines</a:t>
            </a:r>
            <a:r>
              <a:rPr lang="en-US" sz="2400" dirty="0">
                <a:latin typeface="+mn-lt"/>
              </a:rPr>
              <a:t> have higher defect rates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Measure </a:t>
            </a:r>
            <a:r>
              <a:rPr lang="en-US" sz="2400" b="1" dirty="0">
                <a:latin typeface="+mn-lt"/>
              </a:rPr>
              <a:t>efficiency of manufacturing processes</a:t>
            </a:r>
            <a:endParaRPr lang="en-US" sz="2400" dirty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Analyze </a:t>
            </a:r>
            <a:r>
              <a:rPr lang="en-US" sz="2400" b="1" dirty="0">
                <a:latin typeface="+mn-lt"/>
              </a:rPr>
              <a:t>10K+ records of 2015 manufacturing data</a:t>
            </a:r>
            <a:r>
              <a:rPr lang="en-US" sz="2400" dirty="0">
                <a:latin typeface="+mn-lt"/>
              </a:rPr>
              <a:t> to generate insights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+mn-lt"/>
              </a:rPr>
              <a:t>Evaluate key </a:t>
            </a:r>
            <a:r>
              <a:rPr lang="en-US" sz="2400" b="1" dirty="0">
                <a:latin typeface="+mn-lt"/>
              </a:rPr>
              <a:t>KPIs:</a:t>
            </a:r>
            <a:r>
              <a:rPr lang="en-US" sz="2400" dirty="0">
                <a:latin typeface="+mn-lt"/>
              </a:rPr>
              <a:t> Manufactured Qty, Rejected Qty, Wastage %, Processed Qty</a:t>
            </a:r>
          </a:p>
        </p:txBody>
      </p:sp>
    </p:spTree>
    <p:extLst>
      <p:ext uri="{BB962C8B-B14F-4D97-AF65-F5344CB8AC3E}">
        <p14:creationId xmlns:p14="http://schemas.microsoft.com/office/powerpoint/2010/main" val="377908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8C64-98AC-77C8-57DC-A2296BF4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EABF-F295-F794-5579-E4F6BDBC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27" y="349961"/>
            <a:ext cx="7927903" cy="932188"/>
          </a:xfrm>
        </p:spPr>
        <p:txBody>
          <a:bodyPr>
            <a:normAutofit/>
          </a:bodyPr>
          <a:lstStyle/>
          <a:p>
            <a:r>
              <a:rPr sz="3600" dirty="0">
                <a:latin typeface="Baskerville Old Face" panose="02020602080505020303" pitchFamily="18" charset="0"/>
                <a:cs typeface="Arial"/>
                <a:sym typeface="Arial"/>
              </a:rPr>
              <a:t>Dashboard</a:t>
            </a:r>
            <a:r>
              <a:rPr sz="4000" dirty="0"/>
              <a:t> Visuals – Excel | Power BI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21C517-C772-3B33-7691-54D66A29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1" y="1895989"/>
            <a:ext cx="4356000" cy="26123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E44248E-E4B2-8ACC-6613-1D4F7DD10CBD}"/>
              </a:ext>
            </a:extLst>
          </p:cNvPr>
          <p:cNvSpPr txBox="1"/>
          <p:nvPr/>
        </p:nvSpPr>
        <p:spPr>
          <a:xfrm>
            <a:off x="367748" y="4928225"/>
            <a:ext cx="43831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</a:rPr>
              <a:t>“Excel Dashboard”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Built KPI dashboards using charts,    	slicers, and pivot tables.    	Learned data cleaning &amp;  	interactivity.</a:t>
            </a:r>
          </a:p>
          <a:p>
            <a:endParaRPr lang="en-IN" sz="1800" dirty="0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053C9-EA7B-6599-E2DD-A419E64B686A}"/>
              </a:ext>
            </a:extLst>
          </p:cNvPr>
          <p:cNvSpPr txBox="1"/>
          <p:nvPr/>
        </p:nvSpPr>
        <p:spPr>
          <a:xfrm>
            <a:off x="4999617" y="4928225"/>
            <a:ext cx="3687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</a:rPr>
              <a:t>“Power BI Dashboard”</a:t>
            </a:r>
            <a:r>
              <a:rPr lang="en-US" sz="1800" b="1" dirty="0">
                <a:solidFill>
                  <a:schemeClr val="bg2"/>
                </a:solidFill>
              </a:rPr>
              <a:t> </a:t>
            </a:r>
          </a:p>
          <a:p>
            <a:r>
              <a:rPr lang="en-US" sz="1800" dirty="0">
                <a:solidFill>
                  <a:schemeClr val="bg2"/>
                </a:solidFill>
              </a:rPr>
              <a:t>Created dynamic visuals with filters, &amp; cards. Learned modeling, relationships, automation.</a:t>
            </a:r>
          </a:p>
          <a:p>
            <a:endParaRPr lang="en-IN" sz="1800"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585AA8-435F-A2B4-737D-E57403026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04" y="1929775"/>
            <a:ext cx="4250426" cy="25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751" y="286604"/>
            <a:ext cx="8287249" cy="1450757"/>
          </a:xfrm>
        </p:spPr>
        <p:txBody>
          <a:bodyPr>
            <a:noAutofit/>
          </a:bodyPr>
          <a:lstStyle/>
          <a:p>
            <a:r>
              <a:rPr sz="4000" dirty="0">
                <a:latin typeface="Baskerville Old Face" panose="02020602080505020303" pitchFamily="18" charset="0"/>
                <a:cs typeface="Arial"/>
              </a:rPr>
              <a:t>Dashboard</a:t>
            </a:r>
            <a:r>
              <a:rPr sz="3600" dirty="0"/>
              <a:t> Visuals –Tableau </a:t>
            </a:r>
            <a:r>
              <a:rPr lang="en-IN" sz="3600" dirty="0"/>
              <a:t>|</a:t>
            </a:r>
            <a:br>
              <a:rPr lang="en-IN" sz="3600" dirty="0"/>
            </a:br>
            <a:r>
              <a:rPr lang="en-IN" sz="3600" dirty="0"/>
              <a:t>My SQL</a:t>
            </a:r>
            <a:endParaRPr sz="3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DF4B6-A5CA-0045-ADBE-6B72B70CDE7B}"/>
              </a:ext>
            </a:extLst>
          </p:cNvPr>
          <p:cNvSpPr txBox="1"/>
          <p:nvPr/>
        </p:nvSpPr>
        <p:spPr>
          <a:xfrm>
            <a:off x="856753" y="5097353"/>
            <a:ext cx="8287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2"/>
                </a:solidFill>
                <a:latin typeface="+mn-lt"/>
              </a:rPr>
              <a:t>“Tableau Dashboard”</a:t>
            </a:r>
          </a:p>
          <a:p>
            <a:r>
              <a:rPr lang="en-US" sz="1800" dirty="0">
                <a:solidFill>
                  <a:schemeClr val="bg2"/>
                </a:solidFill>
                <a:latin typeface="+mn-lt"/>
              </a:rPr>
              <a:t>Designed interactive dashboards with hierarchy and story-telling visuals.</a:t>
            </a:r>
          </a:p>
          <a:p>
            <a:endParaRPr lang="en-US" sz="1800" dirty="0">
              <a:solidFill>
                <a:schemeClr val="bg2"/>
              </a:solidFill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2"/>
                </a:solidFill>
                <a:latin typeface="+mn-lt"/>
              </a:rPr>
              <a:t>MySQL – Queried KPIs &amp; trends. Strengthened data querying and aggregation logic</a:t>
            </a:r>
          </a:p>
          <a:p>
            <a:endParaRPr lang="en-IN" sz="180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270137-5DA9-4D82-0371-FCD5A6FD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948" y="1800020"/>
            <a:ext cx="6370982" cy="3093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5F625-46E3-A00F-070E-BFACC485656E}"/>
              </a:ext>
            </a:extLst>
          </p:cNvPr>
          <p:cNvSpPr txBox="1"/>
          <p:nvPr/>
        </p:nvSpPr>
        <p:spPr>
          <a:xfrm>
            <a:off x="2286000" y="506609"/>
            <a:ext cx="457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  <a:sym typeface="DM Sans Black"/>
              </a:rPr>
              <a:t>Challenges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chemeClr val="dk1"/>
                </a:solidFill>
                <a:latin typeface="Baskerville Old Face" panose="02020602080505020303" pitchFamily="18" charset="0"/>
              </a:rPr>
              <a:t>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473F8E-2676-ECED-187D-D446EFC86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46400"/>
              </p:ext>
            </p:extLst>
          </p:nvPr>
        </p:nvGraphicFramePr>
        <p:xfrm>
          <a:off x="705678" y="1476512"/>
          <a:ext cx="7822758" cy="3610221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761813711"/>
                    </a:ext>
                  </a:extLst>
                </a:gridCol>
                <a:gridCol w="4134678">
                  <a:extLst>
                    <a:ext uri="{9D8B030D-6E8A-4147-A177-3AD203B41FA5}">
                      <a16:colId xmlns:a16="http://schemas.microsoft.com/office/drawing/2014/main" val="2119804650"/>
                    </a:ext>
                  </a:extLst>
                </a:gridCol>
              </a:tblGrid>
              <a:tr h="6534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chemeClr val="bg2"/>
                          </a:solidFill>
                        </a:rPr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Description /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972291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Data inconsistency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Some data had missing or incorrect values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665927"/>
                  </a:ext>
                </a:extLst>
              </a:tr>
              <a:tr h="112786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Understanding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Hard to find direct cause for rejection</a:t>
                      </a:r>
                    </a:p>
                    <a:p>
                      <a:endParaRPr lang="en-IN" sz="20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77798"/>
                  </a:ext>
                </a:extLst>
              </a:tr>
              <a:tr h="65344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2000" dirty="0">
                          <a:solidFill>
                            <a:schemeClr val="bg2"/>
                          </a:solidFill>
                        </a:rPr>
                        <a:t>.Visualization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Initially graphs didn’t reflect correct KPIs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5622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BDA337-9E77-A0B9-1B60-A89378242823}"/>
              </a:ext>
            </a:extLst>
          </p:cNvPr>
          <p:cNvSpPr txBox="1"/>
          <p:nvPr/>
        </p:nvSpPr>
        <p:spPr>
          <a:xfrm>
            <a:off x="705678" y="5480879"/>
            <a:ext cx="7991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</a:t>
            </a:r>
            <a:r>
              <a:rPr lang="en-US" sz="2000" dirty="0">
                <a:solidFill>
                  <a:schemeClr val="bg2"/>
                </a:solidFill>
              </a:rPr>
              <a:t>We encountered both technical and coordination challenges while ensuring accuracy across tools.”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67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0EDEB-982B-F398-801C-E7E2D0CF8393}"/>
              </a:ext>
            </a:extLst>
          </p:cNvPr>
          <p:cNvSpPr txBox="1"/>
          <p:nvPr/>
        </p:nvSpPr>
        <p:spPr>
          <a:xfrm>
            <a:off x="89452" y="748751"/>
            <a:ext cx="867686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Advantages: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Helps improve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production efficiency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Reduces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waste and cost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Supports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data-driven decision making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4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Identifies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bottlenecks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in the process quickly</a:t>
            </a: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2"/>
                </a:solidFill>
                <a:latin typeface="+mn-lt"/>
              </a:rPr>
              <a:t>Limitations: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Accuracy depends on the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quality of input data</a:t>
            </a: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Analysis may not consider </a:t>
            </a:r>
            <a:r>
              <a:rPr lang="en-US" sz="2400" b="1" dirty="0">
                <a:solidFill>
                  <a:schemeClr val="bg2"/>
                </a:solidFill>
                <a:latin typeface="+mn-lt"/>
              </a:rPr>
              <a:t>external factors</a:t>
            </a:r>
            <a:r>
              <a:rPr lang="en-US" sz="2400" dirty="0">
                <a:solidFill>
                  <a:schemeClr val="bg2"/>
                </a:solidFill>
                <a:latin typeface="+mn-lt"/>
              </a:rPr>
              <a:t> (like human error or raw material quality)</a:t>
            </a: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/>
                </a:solidFill>
                <a:latin typeface="+mn-lt"/>
              </a:rPr>
              <a:t>Time-consuming to clean and prepare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US" sz="2400" dirty="0">
              <a:solidFill>
                <a:schemeClr val="bg2"/>
              </a:solidFill>
              <a:latin typeface="+mn-lt"/>
            </a:endParaRPr>
          </a:p>
          <a:p>
            <a:pPr marL="0" indent="0">
              <a:buNone/>
            </a:pPr>
            <a:endParaRPr lang="en-IN" sz="2400" dirty="0">
              <a:solidFill>
                <a:schemeClr val="bg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98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E0816-BCD7-7A21-AD27-7924DE5D7485}"/>
              </a:ext>
            </a:extLst>
          </p:cNvPr>
          <p:cNvSpPr txBox="1"/>
          <p:nvPr/>
        </p:nvSpPr>
        <p:spPr>
          <a:xfrm>
            <a:off x="337930" y="335846"/>
            <a:ext cx="8279296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Learnings</a:t>
            </a:r>
            <a:r>
              <a:rPr lang="en-US" sz="1800" b="1" dirty="0">
                <a:solidFill>
                  <a:schemeClr val="bg2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2"/>
              </a:solidFill>
            </a:endParaRPr>
          </a:p>
          <a:p>
            <a:pPr lvl="1"/>
            <a:r>
              <a:rPr lang="en-US" b="1" dirty="0">
                <a:solidFill>
                  <a:schemeClr val="bg2"/>
                </a:solidFill>
              </a:rPr>
              <a:t>• </a:t>
            </a:r>
            <a:r>
              <a:rPr lang="en-US" sz="1600" b="1" dirty="0">
                <a:solidFill>
                  <a:schemeClr val="bg2"/>
                </a:solidFill>
              </a:rPr>
              <a:t>Excel → Simplicity and Quick Analysis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Learned basic KPI visuals and data organization.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• Power BI → Automation and Dynamic Reports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data relationships and real-time updates.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• Tableau → Storytelling and Interactivity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to present data creatively with filters and narratives.</a:t>
            </a:r>
          </a:p>
          <a:p>
            <a:pPr lvl="1"/>
            <a:endParaRPr lang="en-US" sz="2000" b="1" dirty="0">
              <a:solidFill>
                <a:schemeClr val="bg2"/>
              </a:solidFill>
            </a:endParaRPr>
          </a:p>
          <a:p>
            <a:pPr lvl="1"/>
            <a:r>
              <a:rPr lang="en-IN" sz="1600" b="1" dirty="0">
                <a:solidFill>
                  <a:schemeClr val="bg2"/>
                </a:solidFill>
              </a:rPr>
              <a:t>• MySQL → Foundation for Analytics</a:t>
            </a:r>
          </a:p>
          <a:p>
            <a:pPr lvl="1"/>
            <a:r>
              <a:rPr lang="en-US" sz="1600" b="1" dirty="0">
                <a:solidFill>
                  <a:schemeClr val="bg2"/>
                </a:solidFill>
              </a:rPr>
              <a:t>                Learned to write queries and derive KPIs logically.</a:t>
            </a:r>
          </a:p>
          <a:p>
            <a:pPr lvl="1"/>
            <a:endParaRPr lang="en-US" sz="1600" b="1" dirty="0">
              <a:solidFill>
                <a:schemeClr val="bg2"/>
              </a:solidFill>
            </a:endParaRPr>
          </a:p>
          <a:p>
            <a:pPr lvl="1"/>
            <a:endParaRPr lang="en-US" sz="2000" b="1" dirty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2"/>
                </a:solidFill>
              </a:rPr>
              <a:t>Conclusion: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        </a:t>
            </a:r>
            <a:r>
              <a:rPr lang="en-US" sz="1800" dirty="0">
                <a:solidFill>
                  <a:schemeClr val="bg2"/>
                </a:solidFill>
              </a:rPr>
              <a:t>The manufacturing analysis project successfully provided insights into the production process.</a:t>
            </a: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It showed where improvements were needed and how data visualization can help in </a:t>
            </a:r>
            <a:r>
              <a:rPr lang="en-US" sz="1800" b="1" dirty="0">
                <a:solidFill>
                  <a:schemeClr val="bg2"/>
                </a:solidFill>
              </a:rPr>
              <a:t>making smart manufacturing decisions</a:t>
            </a:r>
            <a:r>
              <a:rPr lang="en-US" sz="1800" dirty="0">
                <a:solidFill>
                  <a:schemeClr val="bg2"/>
                </a:solidFill>
              </a:rPr>
              <a:t>. 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bg2"/>
                </a:solidFill>
              </a:rPr>
            </a:br>
            <a:r>
              <a:rPr lang="en-US" sz="1800" dirty="0">
                <a:solidFill>
                  <a:schemeClr val="bg2"/>
                </a:solidFill>
              </a:rPr>
              <a:t>Future improvements could include </a:t>
            </a:r>
            <a:r>
              <a:rPr lang="en-US" sz="1800" b="1" dirty="0">
                <a:solidFill>
                  <a:schemeClr val="bg2"/>
                </a:solidFill>
              </a:rPr>
              <a:t>real-time dashboards</a:t>
            </a:r>
            <a:r>
              <a:rPr lang="en-US" sz="1800" dirty="0">
                <a:solidFill>
                  <a:schemeClr val="bg2"/>
                </a:solidFill>
              </a:rPr>
              <a:t> and </a:t>
            </a:r>
            <a:r>
              <a:rPr lang="en-US" sz="1800" b="1" dirty="0">
                <a:solidFill>
                  <a:schemeClr val="bg2"/>
                </a:solidFill>
              </a:rPr>
              <a:t>predictive maintenance analytics.</a:t>
            </a: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79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985605"/>
          </a:xfrm>
        </p:spPr>
        <p:txBody>
          <a:bodyPr/>
          <a:lstStyle/>
          <a:p>
            <a:r>
              <a:rPr dirty="0"/>
              <a:t>Teamwork &amp;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017" y="1845734"/>
            <a:ext cx="7879743" cy="430658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Challenges: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Data cleaning and tool integration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Standardizing KPIs across platforms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Time management and coordination</a:t>
            </a:r>
          </a:p>
          <a:p>
            <a:endParaRPr dirty="0"/>
          </a:p>
          <a:p>
            <a:r>
              <a:rPr dirty="0"/>
              <a:t>How We Solved It: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Weekly catch-ups and shared progress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Divided tasks by strength (SQL, BI tools, formatting)</a:t>
            </a:r>
          </a:p>
          <a:p>
            <a:pPr marL="69850" indent="0">
              <a:buNone/>
            </a:pPr>
            <a:r>
              <a:rPr lang="en-IN" dirty="0"/>
              <a:t>      </a:t>
            </a:r>
            <a:r>
              <a:rPr dirty="0"/>
              <a:t>• Peer review to maintain consistency</a:t>
            </a:r>
          </a:p>
          <a:p>
            <a:endParaRPr dirty="0"/>
          </a:p>
          <a:p>
            <a:r>
              <a:rPr dirty="0"/>
              <a:t>This project taught us coordination, adaptability, and patience — skills as important as technical knowledge.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70AC9-9DC4-C33F-F9E1-78045E366396}"/>
              </a:ext>
            </a:extLst>
          </p:cNvPr>
          <p:cNvSpPr txBox="1"/>
          <p:nvPr/>
        </p:nvSpPr>
        <p:spPr>
          <a:xfrm>
            <a:off x="1336813" y="2355574"/>
            <a:ext cx="64703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i="1" dirty="0">
                <a:solidFill>
                  <a:schemeClr val="bg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159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ta Analysis Workshop by Slidesgo">
  <a:themeElements>
    <a:clrScheme name="Simple Light">
      <a:dk1>
        <a:srgbClr val="FFFFFF"/>
      </a:dk1>
      <a:lt1>
        <a:srgbClr val="005F71"/>
      </a:lt1>
      <a:dk2>
        <a:srgbClr val="010318"/>
      </a:dk2>
      <a:lt2>
        <a:srgbClr val="00FFFD"/>
      </a:lt2>
      <a:accent1>
        <a:srgbClr val="00CDAB"/>
      </a:accent1>
      <a:accent2>
        <a:srgbClr val="02867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Mania Template">
  <a:themeElements>
    <a:clrScheme name="Simple Light">
      <a:dk1>
        <a:srgbClr val="F0F3BD"/>
      </a:dk1>
      <a:lt1>
        <a:srgbClr val="054D69"/>
      </a:lt1>
      <a:dk2>
        <a:srgbClr val="FFFFFF"/>
      </a:dk2>
      <a:lt2>
        <a:srgbClr val="EEEEEE"/>
      </a:lt2>
      <a:accent1>
        <a:srgbClr val="05668D"/>
      </a:accent1>
      <a:accent2>
        <a:srgbClr val="028090"/>
      </a:accent2>
      <a:accent3>
        <a:srgbClr val="00A896"/>
      </a:accent3>
      <a:accent4>
        <a:srgbClr val="02C39A"/>
      </a:accent4>
      <a:accent5>
        <a:srgbClr val="F0F3BD"/>
      </a:accent5>
      <a:accent6>
        <a:srgbClr val="79DBAC"/>
      </a:accent6>
      <a:hlink>
        <a:srgbClr val="F3F89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Analysis Workshop by Slidesgo</Template>
  <TotalTime>368</TotalTime>
  <Words>543</Words>
  <Application>Microsoft Office PowerPoint</Application>
  <PresentationFormat>On-screen Show (4:3)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7" baseType="lpstr">
      <vt:lpstr>Arial</vt:lpstr>
      <vt:lpstr>Baskerville Old Face</vt:lpstr>
      <vt:lpstr>Calibri</vt:lpstr>
      <vt:lpstr>Didact Gothic</vt:lpstr>
      <vt:lpstr>DM Sans</vt:lpstr>
      <vt:lpstr>DM Sans Black</vt:lpstr>
      <vt:lpstr>Homemade Apple</vt:lpstr>
      <vt:lpstr>Lexend</vt:lpstr>
      <vt:lpstr>Manjari</vt:lpstr>
      <vt:lpstr>Open Sans</vt:lpstr>
      <vt:lpstr>Poppins</vt:lpstr>
      <vt:lpstr>Proxima Nova</vt:lpstr>
      <vt:lpstr>Proxima Nova Semibold</vt:lpstr>
      <vt:lpstr>Wingdings</vt:lpstr>
      <vt:lpstr>Data Analysis Workshop by Slidesgo</vt:lpstr>
      <vt:lpstr>Slidesgo Final Pages</vt:lpstr>
      <vt:lpstr>SlidesMania Template</vt:lpstr>
      <vt:lpstr>Manufacturing Analysis</vt:lpstr>
      <vt:lpstr>PowerPoint Presentation</vt:lpstr>
      <vt:lpstr>Comparative Manufacturing Data Analysis – Multi-Tool Approach</vt:lpstr>
      <vt:lpstr>Dashboard Visuals – Excel | Power BI </vt:lpstr>
      <vt:lpstr>Dashboard Visuals –Tableau | My SQL</vt:lpstr>
      <vt:lpstr>PowerPoint Presentation</vt:lpstr>
      <vt:lpstr>PowerPoint Presentation</vt:lpstr>
      <vt:lpstr>PowerPoint Presentation</vt:lpstr>
      <vt:lpstr>Teamwork &amp; Challenges Faced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Anushree Ramachandran</dc:creator>
  <cp:keywords/>
  <dc:description>generated using python-pptx</dc:description>
  <cp:lastModifiedBy>SHAIK ARSHIYA</cp:lastModifiedBy>
  <cp:revision>21</cp:revision>
  <dcterms:created xsi:type="dcterms:W3CDTF">2013-01-27T09:14:16Z</dcterms:created>
  <dcterms:modified xsi:type="dcterms:W3CDTF">2025-11-11T13:45:09Z</dcterms:modified>
  <cp:category/>
</cp:coreProperties>
</file>